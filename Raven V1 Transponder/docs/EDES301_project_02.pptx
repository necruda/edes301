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iHut5C1tLGCRe6B0k6q3tu+tYH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8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9" name="Google Shape;69;p8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" name="Google Shape;70;p8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" name="Google Shape;71;p8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8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" name="Google Shape;73;p8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" name="Google Shape;74;p8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" name="Google Shape;75;p8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" name="Google Shape;76;p8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" name="Google Shape;77;p8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" name="Google Shape;78;p8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" name="Google Shape;79;p8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8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8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5" name="Google Shape;85;p8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8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8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8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8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8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8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8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8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8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8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8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8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8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8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2" name="Google Shape;102;p8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03" name="Google Shape;103;p8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8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8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8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8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8" name="Google Shape;108;p8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09" name="Google Shape;109;p8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" name="Google Shape;110;p8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1" name="Google Shape;111;p8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2" name="Google Shape;112;p8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3" name="Google Shape;113;p8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14" name="Google Shape;114;p8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8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8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8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8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19" name="Google Shape;119;p8"/>
          <p:cNvSpPr txBox="1"/>
          <p:nvPr>
            <p:ph type="ctrTitle"/>
          </p:nvPr>
        </p:nvSpPr>
        <p:spPr>
          <a:xfrm>
            <a:off x="1293845" y="1909346"/>
            <a:ext cx="960431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"/>
          <p:cNvSpPr txBox="1"/>
          <p:nvPr>
            <p:ph idx="1" type="subTitle"/>
          </p:nvPr>
        </p:nvSpPr>
        <p:spPr>
          <a:xfrm>
            <a:off x="1293845" y="5432564"/>
            <a:ext cx="96043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rgbClr val="266F8B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1" name="Google Shape;121;p8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9"/>
          <p:cNvSpPr txBox="1"/>
          <p:nvPr>
            <p:ph idx="1" type="body"/>
          </p:nvPr>
        </p:nvSpPr>
        <p:spPr>
          <a:xfrm>
            <a:off x="609600" y="1295400"/>
            <a:ext cx="10972800" cy="4724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5" name="Google Shape;125;p9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9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297694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0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30" name="Google Shape;130;p10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10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" name="Google Shape;132;p10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" name="Google Shape;133;p10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" name="Google Shape;134;p10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" name="Google Shape;135;p10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" name="Google Shape;136;p10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" name="Google Shape;137;p10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10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10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0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" name="Google Shape;141;p10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" name="Google Shape;142;p10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" name="Google Shape;143;p10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" name="Google Shape;144;p10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" name="Google Shape;145;p10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46" name="Google Shape;146;p10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47" name="Google Shape;147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9" name="Google Shape;149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" name="Google Shape;150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1" name="Google Shape;151;p10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52" name="Google Shape;152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53" name="Google Shape;153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4" name="Google Shape;154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5" name="Google Shape;155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6" name="Google Shape;156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7" name="Google Shape;157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8" name="Google Shape;158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" name="Google Shape;160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2" name="Google Shape;162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63" name="Google Shape;163;p10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64" name="Google Shape;164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5" name="Google Shape;165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8" name="Google Shape;168;p10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69" name="Google Shape;169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70" name="Google Shape;170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1" name="Google Shape;171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2" name="Google Shape;172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3" name="Google Shape;173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4" name="Google Shape;174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75" name="Google Shape;175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80" name="Google Shape;180;p10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0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82" name="Google Shape;182;p10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1"/>
          <p:cNvSpPr txBox="1"/>
          <p:nvPr>
            <p:ph idx="1" type="body"/>
          </p:nvPr>
        </p:nvSpPr>
        <p:spPr>
          <a:xfrm>
            <a:off x="12954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6" name="Google Shape;186;p11"/>
          <p:cNvSpPr txBox="1"/>
          <p:nvPr>
            <p:ph idx="2" type="body"/>
          </p:nvPr>
        </p:nvSpPr>
        <p:spPr>
          <a:xfrm>
            <a:off x="63246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7" name="Google Shape;187;p11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1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1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2"/>
          <p:cNvSpPr txBox="1"/>
          <p:nvPr>
            <p:ph idx="1" type="body"/>
          </p:nvPr>
        </p:nvSpPr>
        <p:spPr>
          <a:xfrm>
            <a:off x="12954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p12"/>
          <p:cNvSpPr txBox="1"/>
          <p:nvPr>
            <p:ph idx="2" type="body"/>
          </p:nvPr>
        </p:nvSpPr>
        <p:spPr>
          <a:xfrm>
            <a:off x="12954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4" name="Google Shape;194;p12"/>
          <p:cNvSpPr txBox="1"/>
          <p:nvPr>
            <p:ph idx="3" type="body"/>
          </p:nvPr>
        </p:nvSpPr>
        <p:spPr>
          <a:xfrm>
            <a:off x="63246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12"/>
          <p:cNvSpPr txBox="1"/>
          <p:nvPr>
            <p:ph idx="4" type="body"/>
          </p:nvPr>
        </p:nvSpPr>
        <p:spPr>
          <a:xfrm>
            <a:off x="63246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6" name="Google Shape;196;p12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3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3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3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4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06" name="Google Shape;206;p14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" name="Google Shape;207;p14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" name="Google Shape;208;p14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" name="Google Shape;209;p14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" name="Google Shape;210;p14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" name="Google Shape;211;p14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" name="Google Shape;212;p14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" name="Google Shape;213;p14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" name="Google Shape;214;p14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14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14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14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14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14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14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" name="Google Shape;221;p14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22" name="Google Shape;222;p14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23" name="Google Shape;223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4" name="Google Shape;224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" name="Google Shape;225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" name="Google Shape;226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" name="Google Shape;227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28" name="Google Shape;228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29" name="Google Shape;229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0" name="Google Shape;230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1" name="Google Shape;231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2" name="Google Shape;232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3" name="Google Shape;233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34" name="Google Shape;234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5" name="Google Shape;235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" name="Google Shape;236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" name="Google Shape;237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8" name="Google Shape;238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39" name="Google Shape;239;p14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40" name="Google Shape;240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1" name="Google Shape;241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2" name="Google Shape;242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3" name="Google Shape;243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45" name="Google Shape;245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46" name="Google Shape;246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7" name="Google Shape;247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8" name="Google Shape;248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9" name="Google Shape;249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51" name="Google Shape;251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4" name="Google Shape;254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5" name="Google Shape;255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56" name="Google Shape;256;p14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15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61" name="Google Shape;261;p15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" name="Google Shape;262;p15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" name="Google Shape;263;p15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15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15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15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15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15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15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15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15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15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15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15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" name="Google Shape;275;p15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" name="Google Shape;276;p15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7" name="Google Shape;277;p15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78" name="Google Shape;278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0" name="Google Shape;280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1" name="Google Shape;281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2" name="Google Shape;282;p1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83" name="Google Shape;283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84" name="Google Shape;284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7" name="Google Shape;287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8" name="Google Shape;288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89" name="Google Shape;289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1" name="Google Shape;291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" name="Google Shape;292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" name="Google Shape;293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94" name="Google Shape;294;p15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95" name="Google Shape;295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6" name="Google Shape;296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7" name="Google Shape;297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15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00" name="Google Shape;300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01" name="Google Shape;301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2" name="Google Shape;302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3" name="Google Shape;303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4" name="Google Shape;304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5" name="Google Shape;305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06" name="Google Shape;306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11" name="Google Shape;311;p15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5"/>
          <p:cNvSpPr txBox="1"/>
          <p:nvPr>
            <p:ph type="title"/>
          </p:nvPr>
        </p:nvSpPr>
        <p:spPr>
          <a:xfrm>
            <a:off x="7913152" y="571500"/>
            <a:ext cx="365760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" type="body"/>
          </p:nvPr>
        </p:nvSpPr>
        <p:spPr>
          <a:xfrm>
            <a:off x="543197" y="571500"/>
            <a:ext cx="621792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" name="Google Shape;314;p15"/>
          <p:cNvSpPr txBox="1"/>
          <p:nvPr>
            <p:ph idx="2" type="body"/>
          </p:nvPr>
        </p:nvSpPr>
        <p:spPr>
          <a:xfrm>
            <a:off x="7913152" y="2995012"/>
            <a:ext cx="3657600" cy="22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315" name="Google Shape;315;p15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6" name="Google Shape;316;p15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16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321" name="Google Shape;321;p16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" name="Google Shape;322;p16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" name="Google Shape;323;p16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16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16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" name="Google Shape;326;p16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" name="Google Shape;327;p16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" name="Google Shape;328;p16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9" name="Google Shape;329;p16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" name="Google Shape;330;p16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" name="Google Shape;331;p16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" name="Google Shape;332;p16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" name="Google Shape;333;p16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16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16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16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37" name="Google Shape;337;p16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38" name="Google Shape;338;p1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1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1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16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3" name="Google Shape;343;p1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4" name="Google Shape;344;p1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1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1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7" name="Google Shape;347;p1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8" name="Google Shape;348;p1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9" name="Google Shape;349;p1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1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1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1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1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54" name="Google Shape;354;p16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55" name="Google Shape;355;p1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1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1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1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16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60" name="Google Shape;360;p1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1" name="Google Shape;361;p1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2" name="Google Shape;362;p1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3" name="Google Shape;363;p1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4" name="Google Shape;364;p1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5" name="Google Shape;365;p1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66" name="Google Shape;366;p1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1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1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71" name="Google Shape;371;p1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16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16"/>
          <p:cNvSpPr txBox="1"/>
          <p:nvPr>
            <p:ph type="title"/>
          </p:nvPr>
        </p:nvSpPr>
        <p:spPr>
          <a:xfrm>
            <a:off x="7909560" y="576072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." id="374" name="Google Shape;374;p16"/>
          <p:cNvSpPr/>
          <p:nvPr>
            <p:ph idx="2" type="pic"/>
          </p:nvPr>
        </p:nvSpPr>
        <p:spPr>
          <a:xfrm>
            <a:off x="4412" y="-159"/>
            <a:ext cx="73152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16"/>
          <p:cNvSpPr txBox="1"/>
          <p:nvPr>
            <p:ph idx="1" type="body"/>
          </p:nvPr>
        </p:nvSpPr>
        <p:spPr>
          <a:xfrm>
            <a:off x="7909560" y="2999232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7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17"/>
          <p:cNvSpPr txBox="1"/>
          <p:nvPr>
            <p:ph idx="1" type="body"/>
          </p:nvPr>
        </p:nvSpPr>
        <p:spPr>
          <a:xfrm rot="5400000">
            <a:off x="4191001" y="-914400"/>
            <a:ext cx="3809999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9" name="Google Shape;379;p17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17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17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"/>
          <p:cNvSpPr txBox="1"/>
          <p:nvPr>
            <p:ph type="title"/>
          </p:nvPr>
        </p:nvSpPr>
        <p:spPr>
          <a:xfrm rot="5400000">
            <a:off x="7402286" y="2296885"/>
            <a:ext cx="5301343" cy="1687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18"/>
          <p:cNvSpPr txBox="1"/>
          <p:nvPr>
            <p:ph idx="1" type="body"/>
          </p:nvPr>
        </p:nvSpPr>
        <p:spPr>
          <a:xfrm rot="5400000">
            <a:off x="2438400" y="-653144"/>
            <a:ext cx="5301343" cy="7587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18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18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18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3000">
              <a:schemeClr val="lt1"/>
            </a:gs>
            <a:gs pos="100000">
              <a:srgbClr val="F2F2F2">
                <a:alpha val="65098"/>
              </a:srgbClr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"/>
          <p:cNvGrpSpPr/>
          <p:nvPr/>
        </p:nvGrpSpPr>
        <p:grpSpPr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11" name="Google Shape;11;p7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" name="Google Shape;12;p7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" name="Google Shape;13;p7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" name="Google Shape;14;p7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" name="Google Shape;15;p7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" name="Google Shape;16;p7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" name="Google Shape;17;p7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" name="Google Shape;18;p7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" name="Google Shape;19;p7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" name="Google Shape;20;p7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7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7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" name="Google Shape;23;p7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" name="Google Shape;24;p7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" name="Google Shape;25;p7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" name="Google Shape;26;p7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" name="Google Shape;27;p7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8" name="Google Shape;28;p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3" name="Google Shape;33;p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" name="Google Shape;34;p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5" name="Google Shape;35;p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" name="Google Shape;36;p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7" name="Google Shape;37;p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" name="Google Shape;38;p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" name="Google Shape;39;p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4" name="Google Shape;44;p7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5" name="Google Shape;45;p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0" name="Google Shape;50;p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Google Shape;51;p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2" name="Google Shape;52;p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3" name="Google Shape;53;p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" name="Google Shape;54;p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5" name="Google Shape;55;p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56" name="Google Shape;56;p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61" name="Google Shape;61;p7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266F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266F8B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66F8B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6F8B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3" name="Google Shape;63;p7"/>
          <p:cNvCxnSpPr/>
          <p:nvPr/>
        </p:nvCxnSpPr>
        <p:spPr>
          <a:xfrm>
            <a:off x="609600" y="6172200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266F8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"/>
          <p:cNvSpPr txBox="1"/>
          <p:nvPr>
            <p:ph type="ctrTitle"/>
          </p:nvPr>
        </p:nvSpPr>
        <p:spPr>
          <a:xfrm>
            <a:off x="1293844" y="1909346"/>
            <a:ext cx="9907555" cy="3383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EDES 301</a:t>
            </a:r>
            <a:br>
              <a:rPr lang="en-US" sz="6000"/>
            </a:br>
            <a:br>
              <a:rPr lang="en-US"/>
            </a:br>
            <a:r>
              <a:rPr lang="en-US" sz="6000"/>
              <a:t>PCB Project</a:t>
            </a:r>
            <a:endParaRPr/>
          </a:p>
        </p:txBody>
      </p:sp>
      <p:sp>
        <p:nvSpPr>
          <p:cNvPr id="393" name="Google Shape;393;p1"/>
          <p:cNvSpPr txBox="1"/>
          <p:nvPr>
            <p:ph idx="1" type="subTitle"/>
          </p:nvPr>
        </p:nvSpPr>
        <p:spPr>
          <a:xfrm>
            <a:off x="1293845" y="5432564"/>
            <a:ext cx="9604310" cy="1120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Alejandro Andrade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Due 05/05/2025 @ 11:59pm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</a:pPr>
            <a:r>
              <a:rPr lang="en-US"/>
              <a:t>Background Information</a:t>
            </a:r>
            <a:endParaRPr/>
          </a:p>
        </p:txBody>
      </p:sp>
      <p:sp>
        <p:nvSpPr>
          <p:cNvPr id="399" name="Google Shape;399;p3"/>
          <p:cNvSpPr txBox="1"/>
          <p:nvPr>
            <p:ph idx="1" type="body"/>
          </p:nvPr>
        </p:nvSpPr>
        <p:spPr>
          <a:xfrm>
            <a:off x="609600" y="1295400"/>
            <a:ext cx="10972800" cy="4724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/>
              <a:t>RF Transponder with GPS position and RF functionality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</a:pPr>
            <a:r>
              <a:rPr lang="en-US"/>
              <a:t>Hardware: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12-pin JST Connector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CC1200 (Transmitter)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CC1190 (RF Front End)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NEO-M9N (GPS Module)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ANN-MB5 (Active Patch Antenna)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Whip Antenna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2x 915 MHz Coupler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1.5 GHz Coupler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</a:pPr>
            <a:r>
              <a:rPr lang="en-US"/>
              <a:t>System Block Diagram </a:t>
            </a:r>
            <a:endParaRPr/>
          </a:p>
        </p:txBody>
      </p:sp>
      <p:pic>
        <p:nvPicPr>
          <p:cNvPr id="405" name="Google Shape;405;p4" title="Screenshot 2026-05-06 at 11.59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5250" y="723901"/>
            <a:ext cx="5930411" cy="541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"/>
          <p:cNvSpPr txBox="1"/>
          <p:nvPr>
            <p:ph type="title"/>
          </p:nvPr>
        </p:nvSpPr>
        <p:spPr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</a:pPr>
            <a:r>
              <a:rPr lang="en-US"/>
              <a:t>Mechanical Drawing</a:t>
            </a:r>
            <a:endParaRPr/>
          </a:p>
        </p:txBody>
      </p:sp>
      <p:sp>
        <p:nvSpPr>
          <p:cNvPr id="411" name="Google Shape;411;p5"/>
          <p:cNvSpPr txBox="1"/>
          <p:nvPr/>
        </p:nvSpPr>
        <p:spPr>
          <a:xfrm>
            <a:off x="3352800" y="5693225"/>
            <a:ext cx="97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/>
          </a:p>
        </p:txBody>
      </p:sp>
      <p:sp>
        <p:nvSpPr>
          <p:cNvPr id="412" name="Google Shape;412;p5"/>
          <p:cNvSpPr txBox="1"/>
          <p:nvPr/>
        </p:nvSpPr>
        <p:spPr>
          <a:xfrm>
            <a:off x="8697675" y="5693225"/>
            <a:ext cx="81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/>
          </a:p>
        </p:txBody>
      </p:sp>
      <p:pic>
        <p:nvPicPr>
          <p:cNvPr id="413" name="Google Shape;413;p5" title="Screenshot 2026-05-07 at 12.00.1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600" y="808075"/>
            <a:ext cx="10215800" cy="488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amond Grid 16x9">
  <a:themeElements>
    <a:clrScheme name="Custom 3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2018-01-09T20:24:50Z</dcterms:created>
  <dc:creator>Erik Welsh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