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GoogleSlidesCustomDataVersion2">
      <go:slidesCustomData xmlns:go="http://customooxmlschemas.google.com/" r:id="rId13" roundtripDataSignature="AMtx7mj6CfxhLoY3L6bYwi5M1gwk+qiu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2FBFE7-D581-47FB-A458-D7AA3074E94C}">
  <a:tblStyle styleId="{3A2FBFE7-D581-47FB-A458-D7AA3074E94C}" styleName="Table_0">
    <a:wholeTbl>
      <a:tcTxStyle b="off" i="off">
        <a:font>
          <a:latin typeface="Arial"/>
          <a:ea typeface="Arial"/>
          <a:cs typeface="Arial"/>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customschemas.google.com/relationships/presentationmetadata" Target="metadata"/><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4: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dd9d32472f_0_0: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g3dd9d32472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67" name="Shape 67"/>
        <p:cNvGrpSpPr/>
        <p:nvPr/>
      </p:nvGrpSpPr>
      <p:grpSpPr>
        <a:xfrm>
          <a:off x="0" y="0"/>
          <a:ext cx="0" cy="0"/>
          <a:chOff x="0" y="0"/>
          <a:chExt cx="0" cy="0"/>
        </a:xfrm>
      </p:grpSpPr>
      <p:grpSp>
        <p:nvGrpSpPr>
          <p:cNvPr id="68" name="Google Shape;68;p8"/>
          <p:cNvGrpSpPr/>
          <p:nvPr/>
        </p:nvGrpSpPr>
        <p:grpSpPr>
          <a:xfrm>
            <a:off x="-1" y="0"/>
            <a:ext cx="12192002" cy="6858000"/>
            <a:chOff x="-1" y="0"/>
            <a:chExt cx="12192002" cy="6858000"/>
          </a:xfrm>
        </p:grpSpPr>
        <p:cxnSp>
          <p:nvCxnSpPr>
            <p:cNvPr id="69" name="Google Shape;69;p8"/>
            <p:cNvCxnSpPr/>
            <p:nvPr/>
          </p:nvCxnSpPr>
          <p:spPr>
            <a:xfrm>
              <a:off x="61019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0" name="Google Shape;70;p8"/>
            <p:cNvCxnSpPr/>
            <p:nvPr/>
          </p:nvCxnSpPr>
          <p:spPr>
            <a:xfrm>
              <a:off x="182933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1" name="Google Shape;71;p8"/>
            <p:cNvCxnSpPr/>
            <p:nvPr/>
          </p:nvCxnSpPr>
          <p:spPr>
            <a:xfrm>
              <a:off x="304847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2" name="Google Shape;72;p8"/>
            <p:cNvCxnSpPr/>
            <p:nvPr/>
          </p:nvCxnSpPr>
          <p:spPr>
            <a:xfrm>
              <a:off x="426760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3" name="Google Shape;73;p8"/>
            <p:cNvCxnSpPr/>
            <p:nvPr/>
          </p:nvCxnSpPr>
          <p:spPr>
            <a:xfrm>
              <a:off x="548674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4" name="Google Shape;74;p8"/>
            <p:cNvCxnSpPr/>
            <p:nvPr/>
          </p:nvCxnSpPr>
          <p:spPr>
            <a:xfrm>
              <a:off x="670588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5" name="Google Shape;75;p8"/>
            <p:cNvCxnSpPr/>
            <p:nvPr/>
          </p:nvCxnSpPr>
          <p:spPr>
            <a:xfrm>
              <a:off x="792502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6" name="Google Shape;76;p8"/>
            <p:cNvCxnSpPr/>
            <p:nvPr/>
          </p:nvCxnSpPr>
          <p:spPr>
            <a:xfrm>
              <a:off x="914416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7" name="Google Shape;77;p8"/>
            <p:cNvCxnSpPr/>
            <p:nvPr/>
          </p:nvCxnSpPr>
          <p:spPr>
            <a:xfrm>
              <a:off x="1036329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8" name="Google Shape;78;p8"/>
            <p:cNvCxnSpPr/>
            <p:nvPr/>
          </p:nvCxnSpPr>
          <p:spPr>
            <a:xfrm>
              <a:off x="1158243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9" name="Google Shape;79;p8"/>
            <p:cNvCxnSpPr/>
            <p:nvPr/>
          </p:nvCxnSpPr>
          <p:spPr>
            <a:xfrm>
              <a:off x="2819" y="38648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0" name="Google Shape;80;p8"/>
            <p:cNvCxnSpPr/>
            <p:nvPr/>
          </p:nvCxnSpPr>
          <p:spPr>
            <a:xfrm>
              <a:off x="2819" y="1611181"/>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1" name="Google Shape;81;p8"/>
            <p:cNvCxnSpPr/>
            <p:nvPr/>
          </p:nvCxnSpPr>
          <p:spPr>
            <a:xfrm>
              <a:off x="2819" y="2835877"/>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2" name="Google Shape;82;p8"/>
            <p:cNvCxnSpPr/>
            <p:nvPr/>
          </p:nvCxnSpPr>
          <p:spPr>
            <a:xfrm>
              <a:off x="2819" y="4060573"/>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3" name="Google Shape;83;p8"/>
            <p:cNvCxnSpPr/>
            <p:nvPr/>
          </p:nvCxnSpPr>
          <p:spPr>
            <a:xfrm>
              <a:off x="2819" y="5285269"/>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4" name="Google Shape;84;p8"/>
            <p:cNvCxnSpPr/>
            <p:nvPr/>
          </p:nvCxnSpPr>
          <p:spPr>
            <a:xfrm>
              <a:off x="2819" y="650996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85" name="Google Shape;85;p8"/>
            <p:cNvGrpSpPr/>
            <p:nvPr/>
          </p:nvGrpSpPr>
          <p:grpSpPr>
            <a:xfrm>
              <a:off x="-1" y="0"/>
              <a:ext cx="12192001" cy="6858000"/>
              <a:chOff x="-1" y="0"/>
              <a:chExt cx="12192001" cy="6858000"/>
            </a:xfrm>
          </p:grpSpPr>
          <p:cxnSp>
            <p:nvCxnSpPr>
              <p:cNvPr id="86" name="Google Shape;86;p8"/>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7" name="Google Shape;87;p8"/>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8" name="Google Shape;88;p8"/>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9" name="Google Shape;89;p8"/>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0" name="Google Shape;90;p8"/>
              <p:cNvCxnSpPr/>
              <p:nvPr/>
            </p:nvCxnSpPr>
            <p:spPr>
              <a:xfrm>
                <a:off x="510650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91" name="Google Shape;91;p8"/>
              <p:cNvGrpSpPr/>
              <p:nvPr/>
            </p:nvGrpSpPr>
            <p:grpSpPr>
              <a:xfrm>
                <a:off x="6327885" y="0"/>
                <a:ext cx="5864115" cy="5898673"/>
                <a:chOff x="6327885" y="0"/>
                <a:chExt cx="5864115" cy="5898673"/>
              </a:xfrm>
            </p:grpSpPr>
            <p:cxnSp>
              <p:nvCxnSpPr>
                <p:cNvPr id="92" name="Google Shape;92;p8"/>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3" name="Google Shape;93;p8"/>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4" name="Google Shape;94;p8"/>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5" name="Google Shape;95;p8"/>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6" name="Google Shape;96;p8"/>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97" name="Google Shape;97;p8"/>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8" name="Google Shape;98;p8"/>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9" name="Google Shape;99;p8"/>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0" name="Google Shape;100;p8"/>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1" name="Google Shape;101;p8"/>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nvGrpSpPr>
            <p:cNvPr id="102" name="Google Shape;102;p8"/>
            <p:cNvGrpSpPr/>
            <p:nvPr/>
          </p:nvGrpSpPr>
          <p:grpSpPr>
            <a:xfrm flipH="1">
              <a:off x="0" y="0"/>
              <a:ext cx="12192001" cy="6858000"/>
              <a:chOff x="-1" y="0"/>
              <a:chExt cx="12192001" cy="6858000"/>
            </a:xfrm>
          </p:grpSpPr>
          <p:cxnSp>
            <p:nvCxnSpPr>
              <p:cNvPr id="103" name="Google Shape;103;p8"/>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4" name="Google Shape;104;p8"/>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5" name="Google Shape;105;p8"/>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6" name="Google Shape;106;p8"/>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7" name="Google Shape;107;p8"/>
              <p:cNvCxnSpPr/>
              <p:nvPr/>
            </p:nvCxnSpPr>
            <p:spPr>
              <a:xfrm>
                <a:off x="515064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108" name="Google Shape;108;p8"/>
              <p:cNvGrpSpPr/>
              <p:nvPr/>
            </p:nvGrpSpPr>
            <p:grpSpPr>
              <a:xfrm>
                <a:off x="6327885" y="0"/>
                <a:ext cx="5864115" cy="5898673"/>
                <a:chOff x="6327885" y="0"/>
                <a:chExt cx="5864115" cy="5898673"/>
              </a:xfrm>
            </p:grpSpPr>
            <p:cxnSp>
              <p:nvCxnSpPr>
                <p:cNvPr id="109" name="Google Shape;109;p8"/>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0" name="Google Shape;110;p8"/>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1" name="Google Shape;111;p8"/>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2" name="Google Shape;112;p8"/>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3" name="Google Shape;113;p8"/>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114" name="Google Shape;114;p8"/>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5" name="Google Shape;115;p8"/>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6" name="Google Shape;116;p8"/>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7" name="Google Shape;117;p8"/>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8" name="Google Shape;118;p8"/>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sp>
        <p:nvSpPr>
          <p:cNvPr id="119" name="Google Shape;119;p8"/>
          <p:cNvSpPr txBox="1"/>
          <p:nvPr>
            <p:ph type="ctrTitle"/>
          </p:nvPr>
        </p:nvSpPr>
        <p:spPr>
          <a:xfrm>
            <a:off x="1293845" y="1909346"/>
            <a:ext cx="9604310" cy="3383280"/>
          </a:xfrm>
          <a:prstGeom prst="rect">
            <a:avLst/>
          </a:prstGeom>
          <a:noFill/>
          <a:ln>
            <a:noFill/>
          </a:ln>
        </p:spPr>
        <p:txBody>
          <a:bodyPr anchorCtr="0" anchor="b" bIns="45700" lIns="91425" spcFirstLastPara="1" rIns="91425" wrap="square" tIns="45700">
            <a:normAutofit/>
          </a:bodyPr>
          <a:lstStyle>
            <a:lvl1pPr lvl="0" algn="l">
              <a:lnSpc>
                <a:spcPct val="76000"/>
              </a:lnSpc>
              <a:spcBef>
                <a:spcPts val="0"/>
              </a:spcBef>
              <a:spcAft>
                <a:spcPts val="0"/>
              </a:spcAft>
              <a:buClr>
                <a:schemeClr val="dk1"/>
              </a:buClr>
              <a:buSzPts val="8000"/>
              <a:buFont typeface="Arial"/>
              <a:buNone/>
              <a:defRPr sz="8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8"/>
          <p:cNvSpPr txBox="1"/>
          <p:nvPr>
            <p:ph idx="1" type="subTitle"/>
          </p:nvPr>
        </p:nvSpPr>
        <p:spPr>
          <a:xfrm>
            <a:off x="1293845" y="5432564"/>
            <a:ext cx="9604310" cy="457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2000"/>
              <a:buNone/>
              <a:defRPr b="0" sz="2000">
                <a:solidFill>
                  <a:srgbClr val="266F8B"/>
                </a:solidFill>
              </a:defRPr>
            </a:lvl1pPr>
            <a:lvl2pPr lvl="1" algn="ctr">
              <a:lnSpc>
                <a:spcPct val="90000"/>
              </a:lnSpc>
              <a:spcBef>
                <a:spcPts val="1200"/>
              </a:spcBef>
              <a:spcAft>
                <a:spcPts val="0"/>
              </a:spcAft>
              <a:buSzPts val="2000"/>
              <a:buNone/>
              <a:defRPr sz="2000"/>
            </a:lvl2pPr>
            <a:lvl3pPr lvl="2" algn="ctr">
              <a:lnSpc>
                <a:spcPct val="90000"/>
              </a:lnSpc>
              <a:spcBef>
                <a:spcPts val="800"/>
              </a:spcBef>
              <a:spcAft>
                <a:spcPts val="0"/>
              </a:spcAft>
              <a:buSzPts val="1800"/>
              <a:buNone/>
              <a:defRPr sz="1800"/>
            </a:lvl3pPr>
            <a:lvl4pPr lvl="3" algn="ctr">
              <a:lnSpc>
                <a:spcPct val="90000"/>
              </a:lnSpc>
              <a:spcBef>
                <a:spcPts val="800"/>
              </a:spcBef>
              <a:spcAft>
                <a:spcPts val="0"/>
              </a:spcAft>
              <a:buSzPts val="1600"/>
              <a:buNone/>
              <a:defRPr sz="1600"/>
            </a:lvl4pPr>
            <a:lvl5pPr lvl="4" algn="ctr">
              <a:lnSpc>
                <a:spcPct val="90000"/>
              </a:lnSpc>
              <a:spcBef>
                <a:spcPts val="600"/>
              </a:spcBef>
              <a:spcAft>
                <a:spcPts val="0"/>
              </a:spcAft>
              <a:buSzPts val="1600"/>
              <a:buNone/>
              <a:defRPr sz="1600"/>
            </a:lvl5pPr>
            <a:lvl6pPr lvl="5" algn="ctr">
              <a:lnSpc>
                <a:spcPct val="90000"/>
              </a:lnSpc>
              <a:spcBef>
                <a:spcPts val="600"/>
              </a:spcBef>
              <a:spcAft>
                <a:spcPts val="0"/>
              </a:spcAft>
              <a:buSzPts val="1600"/>
              <a:buNone/>
              <a:defRPr sz="1600"/>
            </a:lvl6pPr>
            <a:lvl7pPr lvl="6" algn="ctr">
              <a:lnSpc>
                <a:spcPct val="90000"/>
              </a:lnSpc>
              <a:spcBef>
                <a:spcPts val="600"/>
              </a:spcBef>
              <a:spcAft>
                <a:spcPts val="0"/>
              </a:spcAft>
              <a:buSzPts val="1600"/>
              <a:buNone/>
              <a:defRPr sz="1600"/>
            </a:lvl7pPr>
            <a:lvl8pPr lvl="7" algn="ctr">
              <a:lnSpc>
                <a:spcPct val="90000"/>
              </a:lnSpc>
              <a:spcBef>
                <a:spcPts val="600"/>
              </a:spcBef>
              <a:spcAft>
                <a:spcPts val="0"/>
              </a:spcAft>
              <a:buSzPts val="1600"/>
              <a:buNone/>
              <a:defRPr sz="1600"/>
            </a:lvl8pPr>
            <a:lvl9pPr lvl="8" algn="ctr">
              <a:lnSpc>
                <a:spcPct val="90000"/>
              </a:lnSpc>
              <a:spcBef>
                <a:spcPts val="600"/>
              </a:spcBef>
              <a:spcAft>
                <a:spcPts val="0"/>
              </a:spcAft>
              <a:buSzPts val="1600"/>
              <a:buNone/>
              <a:defRPr sz="1600"/>
            </a:lvl9pPr>
          </a:lstStyle>
          <a:p/>
        </p:txBody>
      </p:sp>
      <p:cxnSp>
        <p:nvCxnSpPr>
          <p:cNvPr id="121" name="Google Shape;121;p8"/>
          <p:cNvCxnSpPr/>
          <p:nvPr/>
        </p:nvCxnSpPr>
        <p:spPr>
          <a:xfrm>
            <a:off x="1295400" y="5294175"/>
            <a:ext cx="96012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2" name="Shape 122"/>
        <p:cNvGrpSpPr/>
        <p:nvPr/>
      </p:nvGrpSpPr>
      <p:grpSpPr>
        <a:xfrm>
          <a:off x="0" y="0"/>
          <a:ext cx="0" cy="0"/>
          <a:chOff x="0" y="0"/>
          <a:chExt cx="0" cy="0"/>
        </a:xfrm>
      </p:grpSpPr>
      <p:sp>
        <p:nvSpPr>
          <p:cNvPr id="123" name="Google Shape;123;p9"/>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9"/>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125" name="Google Shape;125;p9"/>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9"/>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9"/>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chemeClr val="accent1"/>
            </a:gs>
            <a:gs pos="97000">
              <a:srgbClr val="297694"/>
            </a:gs>
            <a:gs pos="100000">
              <a:srgbClr val="297694"/>
            </a:gs>
          </a:gsLst>
          <a:path path="circle">
            <a:fillToRect b="50%" l="50%" r="50%" t="50%"/>
          </a:path>
          <a:tileRect/>
        </a:gradFill>
      </p:bgPr>
    </p:bg>
    <p:spTree>
      <p:nvGrpSpPr>
        <p:cNvPr id="128" name="Shape 128"/>
        <p:cNvGrpSpPr/>
        <p:nvPr/>
      </p:nvGrpSpPr>
      <p:grpSpPr>
        <a:xfrm>
          <a:off x="0" y="0"/>
          <a:ext cx="0" cy="0"/>
          <a:chOff x="0" y="0"/>
          <a:chExt cx="0" cy="0"/>
        </a:xfrm>
      </p:grpSpPr>
      <p:grpSp>
        <p:nvGrpSpPr>
          <p:cNvPr id="129" name="Google Shape;129;p10"/>
          <p:cNvGrpSpPr/>
          <p:nvPr/>
        </p:nvGrpSpPr>
        <p:grpSpPr>
          <a:xfrm>
            <a:off x="-1" y="0"/>
            <a:ext cx="12192002" cy="6858000"/>
            <a:chOff x="-1" y="0"/>
            <a:chExt cx="12192002" cy="6858000"/>
          </a:xfrm>
        </p:grpSpPr>
        <p:cxnSp>
          <p:nvCxnSpPr>
            <p:cNvPr id="130" name="Google Shape;130;p10"/>
            <p:cNvCxnSpPr/>
            <p:nvPr/>
          </p:nvCxnSpPr>
          <p:spPr>
            <a:xfrm>
              <a:off x="61019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1" name="Google Shape;131;p10"/>
            <p:cNvCxnSpPr/>
            <p:nvPr/>
          </p:nvCxnSpPr>
          <p:spPr>
            <a:xfrm>
              <a:off x="182933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2" name="Google Shape;132;p10"/>
            <p:cNvCxnSpPr/>
            <p:nvPr/>
          </p:nvCxnSpPr>
          <p:spPr>
            <a:xfrm>
              <a:off x="304847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3" name="Google Shape;133;p10"/>
            <p:cNvCxnSpPr/>
            <p:nvPr/>
          </p:nvCxnSpPr>
          <p:spPr>
            <a:xfrm>
              <a:off x="426760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4" name="Google Shape;134;p10"/>
            <p:cNvCxnSpPr/>
            <p:nvPr/>
          </p:nvCxnSpPr>
          <p:spPr>
            <a:xfrm>
              <a:off x="548674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5" name="Google Shape;135;p10"/>
            <p:cNvCxnSpPr/>
            <p:nvPr/>
          </p:nvCxnSpPr>
          <p:spPr>
            <a:xfrm>
              <a:off x="670588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6" name="Google Shape;136;p10"/>
            <p:cNvCxnSpPr/>
            <p:nvPr/>
          </p:nvCxnSpPr>
          <p:spPr>
            <a:xfrm>
              <a:off x="792502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7" name="Google Shape;137;p10"/>
            <p:cNvCxnSpPr/>
            <p:nvPr/>
          </p:nvCxnSpPr>
          <p:spPr>
            <a:xfrm>
              <a:off x="914416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8" name="Google Shape;138;p10"/>
            <p:cNvCxnSpPr/>
            <p:nvPr/>
          </p:nvCxnSpPr>
          <p:spPr>
            <a:xfrm>
              <a:off x="1036329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9" name="Google Shape;139;p10"/>
            <p:cNvCxnSpPr/>
            <p:nvPr/>
          </p:nvCxnSpPr>
          <p:spPr>
            <a:xfrm>
              <a:off x="1158243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0" name="Google Shape;140;p10"/>
            <p:cNvCxnSpPr/>
            <p:nvPr/>
          </p:nvCxnSpPr>
          <p:spPr>
            <a:xfrm>
              <a:off x="2819" y="38648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1" name="Google Shape;141;p10"/>
            <p:cNvCxnSpPr/>
            <p:nvPr/>
          </p:nvCxnSpPr>
          <p:spPr>
            <a:xfrm>
              <a:off x="2819" y="1611181"/>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2" name="Google Shape;142;p10"/>
            <p:cNvCxnSpPr/>
            <p:nvPr/>
          </p:nvCxnSpPr>
          <p:spPr>
            <a:xfrm>
              <a:off x="2819" y="2835877"/>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3" name="Google Shape;143;p10"/>
            <p:cNvCxnSpPr/>
            <p:nvPr/>
          </p:nvCxnSpPr>
          <p:spPr>
            <a:xfrm>
              <a:off x="2819" y="4060573"/>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4" name="Google Shape;144;p10"/>
            <p:cNvCxnSpPr/>
            <p:nvPr/>
          </p:nvCxnSpPr>
          <p:spPr>
            <a:xfrm>
              <a:off x="2819" y="5285269"/>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5" name="Google Shape;145;p10"/>
            <p:cNvCxnSpPr/>
            <p:nvPr/>
          </p:nvCxnSpPr>
          <p:spPr>
            <a:xfrm>
              <a:off x="2819" y="650996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146" name="Google Shape;146;p10"/>
            <p:cNvGrpSpPr/>
            <p:nvPr/>
          </p:nvGrpSpPr>
          <p:grpSpPr>
            <a:xfrm>
              <a:off x="-1" y="0"/>
              <a:ext cx="12192001" cy="6858000"/>
              <a:chOff x="-1" y="0"/>
              <a:chExt cx="12192001" cy="6858000"/>
            </a:xfrm>
          </p:grpSpPr>
          <p:cxnSp>
            <p:nvCxnSpPr>
              <p:cNvPr id="147" name="Google Shape;147;p10"/>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8" name="Google Shape;148;p10"/>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9" name="Google Shape;149;p10"/>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0" name="Google Shape;150;p10"/>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1" name="Google Shape;151;p10"/>
              <p:cNvCxnSpPr/>
              <p:nvPr/>
            </p:nvCxnSpPr>
            <p:spPr>
              <a:xfrm>
                <a:off x="510650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152" name="Google Shape;152;p10"/>
              <p:cNvGrpSpPr/>
              <p:nvPr/>
            </p:nvGrpSpPr>
            <p:grpSpPr>
              <a:xfrm>
                <a:off x="6327885" y="0"/>
                <a:ext cx="5864115" cy="5898673"/>
                <a:chOff x="6327885" y="0"/>
                <a:chExt cx="5864115" cy="5898673"/>
              </a:xfrm>
            </p:grpSpPr>
            <p:cxnSp>
              <p:nvCxnSpPr>
                <p:cNvPr id="153" name="Google Shape;153;p10"/>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4" name="Google Shape;154;p10"/>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5" name="Google Shape;155;p10"/>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6" name="Google Shape;156;p10"/>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7" name="Google Shape;157;p10"/>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158" name="Google Shape;158;p10"/>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9" name="Google Shape;159;p10"/>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0" name="Google Shape;160;p10"/>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1" name="Google Shape;161;p10"/>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2" name="Google Shape;162;p10"/>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nvGrpSpPr>
            <p:cNvPr id="163" name="Google Shape;163;p10"/>
            <p:cNvGrpSpPr/>
            <p:nvPr/>
          </p:nvGrpSpPr>
          <p:grpSpPr>
            <a:xfrm flipH="1">
              <a:off x="0" y="0"/>
              <a:ext cx="12192001" cy="6858000"/>
              <a:chOff x="-1" y="0"/>
              <a:chExt cx="12192001" cy="6858000"/>
            </a:xfrm>
          </p:grpSpPr>
          <p:cxnSp>
            <p:nvCxnSpPr>
              <p:cNvPr id="164" name="Google Shape;164;p10"/>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5" name="Google Shape;165;p10"/>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6" name="Google Shape;166;p10"/>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7" name="Google Shape;167;p10"/>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8" name="Google Shape;168;p10"/>
              <p:cNvCxnSpPr/>
              <p:nvPr/>
            </p:nvCxnSpPr>
            <p:spPr>
              <a:xfrm>
                <a:off x="515064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169" name="Google Shape;169;p10"/>
              <p:cNvGrpSpPr/>
              <p:nvPr/>
            </p:nvGrpSpPr>
            <p:grpSpPr>
              <a:xfrm>
                <a:off x="6327885" y="0"/>
                <a:ext cx="5864115" cy="5898673"/>
                <a:chOff x="6327885" y="0"/>
                <a:chExt cx="5864115" cy="5898673"/>
              </a:xfrm>
            </p:grpSpPr>
            <p:cxnSp>
              <p:nvCxnSpPr>
                <p:cNvPr id="170" name="Google Shape;170;p10"/>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1" name="Google Shape;171;p10"/>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2" name="Google Shape;172;p10"/>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3" name="Google Shape;173;p10"/>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4" name="Google Shape;174;p10"/>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175" name="Google Shape;175;p10"/>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6" name="Google Shape;176;p10"/>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7" name="Google Shape;177;p10"/>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8" name="Google Shape;178;p10"/>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9" name="Google Shape;179;p10"/>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sp>
        <p:nvSpPr>
          <p:cNvPr id="180" name="Google Shape;180;p10"/>
          <p:cNvSpPr txBox="1"/>
          <p:nvPr>
            <p:ph type="title"/>
          </p:nvPr>
        </p:nvSpPr>
        <p:spPr>
          <a:xfrm>
            <a:off x="1295400" y="2541573"/>
            <a:ext cx="9601200" cy="27432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6000"/>
              <a:buFont typeface="Arial"/>
              <a:buNone/>
              <a:defRPr sz="6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10"/>
          <p:cNvSpPr txBox="1"/>
          <p:nvPr>
            <p:ph idx="1" type="body"/>
          </p:nvPr>
        </p:nvSpPr>
        <p:spPr>
          <a:xfrm>
            <a:off x="1295400" y="5431536"/>
            <a:ext cx="9601200" cy="457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lt1"/>
                </a:solidFill>
              </a:defRPr>
            </a:lvl1pPr>
            <a:lvl2pPr indent="-228600" lvl="1" marL="914400" algn="l">
              <a:lnSpc>
                <a:spcPct val="90000"/>
              </a:lnSpc>
              <a:spcBef>
                <a:spcPts val="1200"/>
              </a:spcBef>
              <a:spcAft>
                <a:spcPts val="0"/>
              </a:spcAft>
              <a:buSzPts val="2000"/>
              <a:buNone/>
              <a:defRPr sz="2000"/>
            </a:lvl2pPr>
            <a:lvl3pPr indent="-228600" lvl="2" marL="1371600" algn="l">
              <a:lnSpc>
                <a:spcPct val="90000"/>
              </a:lnSpc>
              <a:spcBef>
                <a:spcPts val="800"/>
              </a:spcBef>
              <a:spcAft>
                <a:spcPts val="0"/>
              </a:spcAft>
              <a:buSzPts val="1800"/>
              <a:buNone/>
              <a:defRPr sz="1800"/>
            </a:lvl3pPr>
            <a:lvl4pPr indent="-228600" lvl="3" marL="1828800" algn="l">
              <a:lnSpc>
                <a:spcPct val="90000"/>
              </a:lnSpc>
              <a:spcBef>
                <a:spcPts val="800"/>
              </a:spcBef>
              <a:spcAft>
                <a:spcPts val="0"/>
              </a:spcAft>
              <a:buSzPts val="1600"/>
              <a:buNone/>
              <a:defRPr sz="1600"/>
            </a:lvl4pPr>
            <a:lvl5pPr indent="-228600" lvl="4" marL="2286000" algn="l">
              <a:lnSpc>
                <a:spcPct val="90000"/>
              </a:lnSpc>
              <a:spcBef>
                <a:spcPts val="600"/>
              </a:spcBef>
              <a:spcAft>
                <a:spcPts val="0"/>
              </a:spcAft>
              <a:buSzPts val="1600"/>
              <a:buNone/>
              <a:defRPr sz="1600"/>
            </a:lvl5pPr>
            <a:lvl6pPr indent="-228600" lvl="5" marL="2743200" algn="l">
              <a:lnSpc>
                <a:spcPct val="90000"/>
              </a:lnSpc>
              <a:spcBef>
                <a:spcPts val="600"/>
              </a:spcBef>
              <a:spcAft>
                <a:spcPts val="0"/>
              </a:spcAft>
              <a:buSzPts val="1600"/>
              <a:buNone/>
              <a:defRPr sz="1600"/>
            </a:lvl6pPr>
            <a:lvl7pPr indent="-228600" lvl="6" marL="3200400" algn="l">
              <a:lnSpc>
                <a:spcPct val="90000"/>
              </a:lnSpc>
              <a:spcBef>
                <a:spcPts val="600"/>
              </a:spcBef>
              <a:spcAft>
                <a:spcPts val="0"/>
              </a:spcAft>
              <a:buSzPts val="1600"/>
              <a:buNone/>
              <a:defRPr sz="1600"/>
            </a:lvl7pPr>
            <a:lvl8pPr indent="-228600" lvl="7" marL="3657600" algn="l">
              <a:lnSpc>
                <a:spcPct val="90000"/>
              </a:lnSpc>
              <a:spcBef>
                <a:spcPts val="600"/>
              </a:spcBef>
              <a:spcAft>
                <a:spcPts val="0"/>
              </a:spcAft>
              <a:buSzPts val="1600"/>
              <a:buNone/>
              <a:defRPr sz="1600"/>
            </a:lvl8pPr>
            <a:lvl9pPr indent="-228600" lvl="8" marL="4114800" algn="l">
              <a:lnSpc>
                <a:spcPct val="90000"/>
              </a:lnSpc>
              <a:spcBef>
                <a:spcPts val="600"/>
              </a:spcBef>
              <a:spcAft>
                <a:spcPts val="0"/>
              </a:spcAft>
              <a:buSzPts val="1600"/>
              <a:buNone/>
              <a:defRPr sz="1600"/>
            </a:lvl9pPr>
          </a:lstStyle>
          <a:p/>
        </p:txBody>
      </p:sp>
      <p:cxnSp>
        <p:nvCxnSpPr>
          <p:cNvPr id="182" name="Google Shape;182;p10"/>
          <p:cNvCxnSpPr/>
          <p:nvPr/>
        </p:nvCxnSpPr>
        <p:spPr>
          <a:xfrm>
            <a:off x="1295400" y="5294175"/>
            <a:ext cx="96012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p11"/>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11"/>
          <p:cNvSpPr txBox="1"/>
          <p:nvPr>
            <p:ph idx="1" type="body"/>
          </p:nvPr>
        </p:nvSpPr>
        <p:spPr>
          <a:xfrm>
            <a:off x="1295400" y="1981199"/>
            <a:ext cx="4572000" cy="38100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186" name="Google Shape;186;p11"/>
          <p:cNvSpPr txBox="1"/>
          <p:nvPr>
            <p:ph idx="2" type="body"/>
          </p:nvPr>
        </p:nvSpPr>
        <p:spPr>
          <a:xfrm>
            <a:off x="6324600" y="1981199"/>
            <a:ext cx="4572000" cy="38100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187" name="Google Shape;187;p11"/>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11"/>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11"/>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p12"/>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2"/>
          <p:cNvSpPr txBox="1"/>
          <p:nvPr>
            <p:ph idx="1" type="body"/>
          </p:nvPr>
        </p:nvSpPr>
        <p:spPr>
          <a:xfrm>
            <a:off x="1295400" y="1818322"/>
            <a:ext cx="4572000" cy="6413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193" name="Google Shape;193;p12"/>
          <p:cNvSpPr txBox="1"/>
          <p:nvPr>
            <p:ph idx="2" type="body"/>
          </p:nvPr>
        </p:nvSpPr>
        <p:spPr>
          <a:xfrm>
            <a:off x="1295400" y="2503713"/>
            <a:ext cx="4572000" cy="328748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194" name="Google Shape;194;p12"/>
          <p:cNvSpPr txBox="1"/>
          <p:nvPr>
            <p:ph idx="3" type="body"/>
          </p:nvPr>
        </p:nvSpPr>
        <p:spPr>
          <a:xfrm>
            <a:off x="6324600" y="1818322"/>
            <a:ext cx="4572000" cy="6413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195" name="Google Shape;195;p12"/>
          <p:cNvSpPr txBox="1"/>
          <p:nvPr>
            <p:ph idx="4" type="body"/>
          </p:nvPr>
        </p:nvSpPr>
        <p:spPr>
          <a:xfrm>
            <a:off x="6324600" y="2503713"/>
            <a:ext cx="4572000" cy="328748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196" name="Google Shape;196;p12"/>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12"/>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12"/>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p13"/>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13"/>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13"/>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13"/>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04" name="Shape 204"/>
        <p:cNvGrpSpPr/>
        <p:nvPr/>
      </p:nvGrpSpPr>
      <p:grpSpPr>
        <a:xfrm>
          <a:off x="0" y="0"/>
          <a:ext cx="0" cy="0"/>
          <a:chOff x="0" y="0"/>
          <a:chExt cx="0" cy="0"/>
        </a:xfrm>
      </p:grpSpPr>
      <p:grpSp>
        <p:nvGrpSpPr>
          <p:cNvPr id="205" name="Google Shape;205;p14"/>
          <p:cNvGrpSpPr/>
          <p:nvPr/>
        </p:nvGrpSpPr>
        <p:grpSpPr>
          <a:xfrm>
            <a:off x="-1" y="0"/>
            <a:ext cx="12192002" cy="6858000"/>
            <a:chOff x="-1" y="0"/>
            <a:chExt cx="12192002" cy="6858000"/>
          </a:xfrm>
        </p:grpSpPr>
        <p:cxnSp>
          <p:nvCxnSpPr>
            <p:cNvPr id="206" name="Google Shape;206;p14"/>
            <p:cNvCxnSpPr/>
            <p:nvPr/>
          </p:nvCxnSpPr>
          <p:spPr>
            <a:xfrm>
              <a:off x="610194"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07" name="Google Shape;207;p14"/>
            <p:cNvCxnSpPr/>
            <p:nvPr/>
          </p:nvCxnSpPr>
          <p:spPr>
            <a:xfrm>
              <a:off x="1829332"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08" name="Google Shape;208;p14"/>
            <p:cNvCxnSpPr/>
            <p:nvPr/>
          </p:nvCxnSpPr>
          <p:spPr>
            <a:xfrm>
              <a:off x="3048470"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09" name="Google Shape;209;p14"/>
            <p:cNvCxnSpPr/>
            <p:nvPr/>
          </p:nvCxnSpPr>
          <p:spPr>
            <a:xfrm>
              <a:off x="4267608"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0" name="Google Shape;210;p14"/>
            <p:cNvCxnSpPr/>
            <p:nvPr/>
          </p:nvCxnSpPr>
          <p:spPr>
            <a:xfrm>
              <a:off x="5486746"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1" name="Google Shape;211;p14"/>
            <p:cNvCxnSpPr/>
            <p:nvPr/>
          </p:nvCxnSpPr>
          <p:spPr>
            <a:xfrm>
              <a:off x="6705884"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2" name="Google Shape;212;p14"/>
            <p:cNvCxnSpPr/>
            <p:nvPr/>
          </p:nvCxnSpPr>
          <p:spPr>
            <a:xfrm>
              <a:off x="7925022"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3" name="Google Shape;213;p14"/>
            <p:cNvCxnSpPr/>
            <p:nvPr/>
          </p:nvCxnSpPr>
          <p:spPr>
            <a:xfrm>
              <a:off x="9144160"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4" name="Google Shape;214;p14"/>
            <p:cNvCxnSpPr/>
            <p:nvPr/>
          </p:nvCxnSpPr>
          <p:spPr>
            <a:xfrm>
              <a:off x="10363298"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5" name="Google Shape;215;p14"/>
            <p:cNvCxnSpPr/>
            <p:nvPr/>
          </p:nvCxnSpPr>
          <p:spPr>
            <a:xfrm>
              <a:off x="11582436"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6" name="Google Shape;216;p14"/>
            <p:cNvCxnSpPr/>
            <p:nvPr/>
          </p:nvCxnSpPr>
          <p:spPr>
            <a:xfrm>
              <a:off x="2819" y="386485"/>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7" name="Google Shape;217;p14"/>
            <p:cNvCxnSpPr/>
            <p:nvPr/>
          </p:nvCxnSpPr>
          <p:spPr>
            <a:xfrm>
              <a:off x="2819" y="1611181"/>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8" name="Google Shape;218;p14"/>
            <p:cNvCxnSpPr/>
            <p:nvPr/>
          </p:nvCxnSpPr>
          <p:spPr>
            <a:xfrm>
              <a:off x="2819" y="2835877"/>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9" name="Google Shape;219;p14"/>
            <p:cNvCxnSpPr/>
            <p:nvPr/>
          </p:nvCxnSpPr>
          <p:spPr>
            <a:xfrm>
              <a:off x="2819" y="4060573"/>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0" name="Google Shape;220;p14"/>
            <p:cNvCxnSpPr/>
            <p:nvPr/>
          </p:nvCxnSpPr>
          <p:spPr>
            <a:xfrm>
              <a:off x="2819" y="5285269"/>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1" name="Google Shape;221;p14"/>
            <p:cNvCxnSpPr/>
            <p:nvPr/>
          </p:nvCxnSpPr>
          <p:spPr>
            <a:xfrm>
              <a:off x="2819" y="6509965"/>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grpSp>
          <p:nvGrpSpPr>
            <p:cNvPr id="222" name="Google Shape;222;p14"/>
            <p:cNvGrpSpPr/>
            <p:nvPr/>
          </p:nvGrpSpPr>
          <p:grpSpPr>
            <a:xfrm>
              <a:off x="-1" y="0"/>
              <a:ext cx="12192001" cy="6858000"/>
              <a:chOff x="-1" y="0"/>
              <a:chExt cx="12192001" cy="6858000"/>
            </a:xfrm>
          </p:grpSpPr>
          <p:cxnSp>
            <p:nvCxnSpPr>
              <p:cNvPr id="223" name="Google Shape;223;p14"/>
              <p:cNvCxnSpPr/>
              <p:nvPr/>
            </p:nvCxnSpPr>
            <p:spPr>
              <a:xfrm>
                <a:off x="225425"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4" name="Google Shape;224;p14"/>
              <p:cNvCxnSpPr/>
              <p:nvPr/>
            </p:nvCxnSpPr>
            <p:spPr>
              <a:xfrm>
                <a:off x="1449154"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5" name="Google Shape;225;p14"/>
              <p:cNvCxnSpPr/>
              <p:nvPr/>
            </p:nvCxnSpPr>
            <p:spPr>
              <a:xfrm>
                <a:off x="266598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6" name="Google Shape;226;p14"/>
              <p:cNvCxnSpPr/>
              <p:nvPr/>
            </p:nvCxnSpPr>
            <p:spPr>
              <a:xfrm>
                <a:off x="3885119"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7" name="Google Shape;227;p14"/>
              <p:cNvCxnSpPr/>
              <p:nvPr/>
            </p:nvCxnSpPr>
            <p:spPr>
              <a:xfrm>
                <a:off x="510650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grpSp>
            <p:nvGrpSpPr>
              <p:cNvPr id="228" name="Google Shape;228;p14"/>
              <p:cNvGrpSpPr/>
              <p:nvPr/>
            </p:nvGrpSpPr>
            <p:grpSpPr>
              <a:xfrm>
                <a:off x="6327885" y="0"/>
                <a:ext cx="5864115" cy="5898673"/>
                <a:chOff x="6327885" y="0"/>
                <a:chExt cx="5864115" cy="5898673"/>
              </a:xfrm>
            </p:grpSpPr>
            <p:cxnSp>
              <p:nvCxnSpPr>
                <p:cNvPr id="229" name="Google Shape;229;p14"/>
                <p:cNvCxnSpPr/>
                <p:nvPr/>
              </p:nvCxnSpPr>
              <p:spPr>
                <a:xfrm>
                  <a:off x="6327885" y="0"/>
                  <a:ext cx="5864115" cy="5898673"/>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0" name="Google Shape;230;p14"/>
                <p:cNvCxnSpPr/>
                <p:nvPr/>
              </p:nvCxnSpPr>
              <p:spPr>
                <a:xfrm>
                  <a:off x="7549268" y="0"/>
                  <a:ext cx="4642732" cy="467242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1" name="Google Shape;231;p14"/>
                <p:cNvCxnSpPr/>
                <p:nvPr/>
              </p:nvCxnSpPr>
              <p:spPr>
                <a:xfrm>
                  <a:off x="8772997" y="0"/>
                  <a:ext cx="3419003" cy="34567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2" name="Google Shape;232;p14"/>
                <p:cNvCxnSpPr/>
                <p:nvPr/>
              </p:nvCxnSpPr>
              <p:spPr>
                <a:xfrm>
                  <a:off x="9982200" y="0"/>
                  <a:ext cx="2209800" cy="222646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3" name="Google Shape;233;p14"/>
                <p:cNvCxnSpPr/>
                <p:nvPr/>
              </p:nvCxnSpPr>
              <p:spPr>
                <a:xfrm>
                  <a:off x="11199019" y="0"/>
                  <a:ext cx="992981" cy="1002506"/>
                </a:xfrm>
                <a:prstGeom prst="straightConnector1">
                  <a:avLst/>
                </a:prstGeom>
                <a:noFill/>
                <a:ln cap="flat" cmpd="sng" w="9525">
                  <a:solidFill>
                    <a:srgbClr val="D8D8D8">
                      <a:alpha val="30196"/>
                    </a:srgbClr>
                  </a:solidFill>
                  <a:prstDash val="solid"/>
                  <a:miter lim="800000"/>
                  <a:headEnd len="sm" w="sm" type="none"/>
                  <a:tailEnd len="sm" w="sm" type="none"/>
                </a:ln>
              </p:spPr>
            </p:cxnSp>
          </p:grpSp>
          <p:cxnSp>
            <p:nvCxnSpPr>
              <p:cNvPr id="234" name="Google Shape;234;p14"/>
              <p:cNvCxnSpPr/>
              <p:nvPr/>
            </p:nvCxnSpPr>
            <p:spPr>
              <a:xfrm rot="10800000">
                <a:off x="-1" y="1012053"/>
                <a:ext cx="5828811" cy="584594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5" name="Google Shape;235;p14"/>
              <p:cNvCxnSpPr/>
              <p:nvPr/>
            </p:nvCxnSpPr>
            <p:spPr>
              <a:xfrm rot="10800000">
                <a:off x="-1" y="2227340"/>
                <a:ext cx="4614781" cy="4630658"/>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6" name="Google Shape;236;p14"/>
              <p:cNvCxnSpPr/>
              <p:nvPr/>
            </p:nvCxnSpPr>
            <p:spPr>
              <a:xfrm rot="10800000">
                <a:off x="-1" y="3432149"/>
                <a:ext cx="3398419" cy="34258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7" name="Google Shape;237;p14"/>
              <p:cNvCxnSpPr/>
              <p:nvPr/>
            </p:nvCxnSpPr>
            <p:spPr>
              <a:xfrm rot="10800000">
                <a:off x="-1" y="4651431"/>
                <a:ext cx="2196496" cy="2206567"/>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8" name="Google Shape;238;p14"/>
              <p:cNvCxnSpPr/>
              <p:nvPr/>
            </p:nvCxnSpPr>
            <p:spPr>
              <a:xfrm rot="10800000">
                <a:off x="-1" y="5864453"/>
                <a:ext cx="987003" cy="993545"/>
              </a:xfrm>
              <a:prstGeom prst="straightConnector1">
                <a:avLst/>
              </a:prstGeom>
              <a:noFill/>
              <a:ln cap="flat" cmpd="sng" w="9525">
                <a:solidFill>
                  <a:srgbClr val="D8D8D8">
                    <a:alpha val="30196"/>
                  </a:srgbClr>
                </a:solidFill>
                <a:prstDash val="solid"/>
                <a:miter lim="800000"/>
                <a:headEnd len="sm" w="sm" type="none"/>
                <a:tailEnd len="sm" w="sm" type="none"/>
              </a:ln>
            </p:spPr>
          </p:cxnSp>
        </p:grpSp>
        <p:grpSp>
          <p:nvGrpSpPr>
            <p:cNvPr id="239" name="Google Shape;239;p14"/>
            <p:cNvGrpSpPr/>
            <p:nvPr/>
          </p:nvGrpSpPr>
          <p:grpSpPr>
            <a:xfrm flipH="1">
              <a:off x="0" y="0"/>
              <a:ext cx="12192001" cy="6858000"/>
              <a:chOff x="-1" y="0"/>
              <a:chExt cx="12192001" cy="6858000"/>
            </a:xfrm>
          </p:grpSpPr>
          <p:cxnSp>
            <p:nvCxnSpPr>
              <p:cNvPr id="240" name="Google Shape;240;p14"/>
              <p:cNvCxnSpPr/>
              <p:nvPr/>
            </p:nvCxnSpPr>
            <p:spPr>
              <a:xfrm>
                <a:off x="225425"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1" name="Google Shape;241;p14"/>
              <p:cNvCxnSpPr/>
              <p:nvPr/>
            </p:nvCxnSpPr>
            <p:spPr>
              <a:xfrm>
                <a:off x="1449154"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2" name="Google Shape;242;p14"/>
              <p:cNvCxnSpPr/>
              <p:nvPr/>
            </p:nvCxnSpPr>
            <p:spPr>
              <a:xfrm>
                <a:off x="266598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3" name="Google Shape;243;p14"/>
              <p:cNvCxnSpPr/>
              <p:nvPr/>
            </p:nvCxnSpPr>
            <p:spPr>
              <a:xfrm>
                <a:off x="3885119"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4" name="Google Shape;244;p14"/>
              <p:cNvCxnSpPr/>
              <p:nvPr/>
            </p:nvCxnSpPr>
            <p:spPr>
              <a:xfrm>
                <a:off x="510650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grpSp>
            <p:nvGrpSpPr>
              <p:cNvPr id="245" name="Google Shape;245;p14"/>
              <p:cNvGrpSpPr/>
              <p:nvPr/>
            </p:nvGrpSpPr>
            <p:grpSpPr>
              <a:xfrm>
                <a:off x="6327885" y="0"/>
                <a:ext cx="5864115" cy="5898673"/>
                <a:chOff x="6327885" y="0"/>
                <a:chExt cx="5864115" cy="5898673"/>
              </a:xfrm>
            </p:grpSpPr>
            <p:cxnSp>
              <p:nvCxnSpPr>
                <p:cNvPr id="246" name="Google Shape;246;p14"/>
                <p:cNvCxnSpPr/>
                <p:nvPr/>
              </p:nvCxnSpPr>
              <p:spPr>
                <a:xfrm>
                  <a:off x="6327885" y="0"/>
                  <a:ext cx="5864115" cy="5898673"/>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7" name="Google Shape;247;p14"/>
                <p:cNvCxnSpPr/>
                <p:nvPr/>
              </p:nvCxnSpPr>
              <p:spPr>
                <a:xfrm>
                  <a:off x="7549268" y="0"/>
                  <a:ext cx="4642732" cy="467242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8" name="Google Shape;248;p14"/>
                <p:cNvCxnSpPr/>
                <p:nvPr/>
              </p:nvCxnSpPr>
              <p:spPr>
                <a:xfrm>
                  <a:off x="8772997" y="0"/>
                  <a:ext cx="3419003" cy="34567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9" name="Google Shape;249;p14"/>
                <p:cNvCxnSpPr/>
                <p:nvPr/>
              </p:nvCxnSpPr>
              <p:spPr>
                <a:xfrm>
                  <a:off x="9982200" y="0"/>
                  <a:ext cx="2209800" cy="222646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0" name="Google Shape;250;p14"/>
                <p:cNvCxnSpPr/>
                <p:nvPr/>
              </p:nvCxnSpPr>
              <p:spPr>
                <a:xfrm>
                  <a:off x="11199019" y="0"/>
                  <a:ext cx="992981" cy="1002506"/>
                </a:xfrm>
                <a:prstGeom prst="straightConnector1">
                  <a:avLst/>
                </a:prstGeom>
                <a:noFill/>
                <a:ln cap="flat" cmpd="sng" w="9525">
                  <a:solidFill>
                    <a:srgbClr val="D8D8D8">
                      <a:alpha val="30196"/>
                    </a:srgbClr>
                  </a:solidFill>
                  <a:prstDash val="solid"/>
                  <a:miter lim="800000"/>
                  <a:headEnd len="sm" w="sm" type="none"/>
                  <a:tailEnd len="sm" w="sm" type="none"/>
                </a:ln>
              </p:spPr>
            </p:cxnSp>
          </p:grpSp>
          <p:cxnSp>
            <p:nvCxnSpPr>
              <p:cNvPr id="251" name="Google Shape;251;p14"/>
              <p:cNvCxnSpPr/>
              <p:nvPr/>
            </p:nvCxnSpPr>
            <p:spPr>
              <a:xfrm rot="10800000">
                <a:off x="-1" y="1012053"/>
                <a:ext cx="5828811" cy="584594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2" name="Google Shape;252;p14"/>
              <p:cNvCxnSpPr/>
              <p:nvPr/>
            </p:nvCxnSpPr>
            <p:spPr>
              <a:xfrm rot="10800000">
                <a:off x="-1" y="2227340"/>
                <a:ext cx="4614781" cy="4630658"/>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3" name="Google Shape;253;p14"/>
              <p:cNvCxnSpPr/>
              <p:nvPr/>
            </p:nvCxnSpPr>
            <p:spPr>
              <a:xfrm rot="10800000">
                <a:off x="-1" y="3432149"/>
                <a:ext cx="3398419" cy="34258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4" name="Google Shape;254;p14"/>
              <p:cNvCxnSpPr/>
              <p:nvPr/>
            </p:nvCxnSpPr>
            <p:spPr>
              <a:xfrm rot="10800000">
                <a:off x="-1" y="4651431"/>
                <a:ext cx="2196496" cy="2206567"/>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5" name="Google Shape;255;p14"/>
              <p:cNvCxnSpPr/>
              <p:nvPr/>
            </p:nvCxnSpPr>
            <p:spPr>
              <a:xfrm rot="10800000">
                <a:off x="-1" y="5864453"/>
                <a:ext cx="987003" cy="993545"/>
              </a:xfrm>
              <a:prstGeom prst="straightConnector1">
                <a:avLst/>
              </a:prstGeom>
              <a:noFill/>
              <a:ln cap="flat" cmpd="sng" w="9525">
                <a:solidFill>
                  <a:srgbClr val="D8D8D8">
                    <a:alpha val="30196"/>
                  </a:srgbClr>
                </a:solidFill>
                <a:prstDash val="solid"/>
                <a:miter lim="800000"/>
                <a:headEnd len="sm" w="sm" type="none"/>
                <a:tailEnd len="sm" w="sm" type="none"/>
              </a:ln>
            </p:spPr>
          </p:cxnSp>
        </p:grpSp>
      </p:grpSp>
      <p:sp>
        <p:nvSpPr>
          <p:cNvPr id="256" name="Google Shape;256;p14"/>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14"/>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14"/>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gradFill>
          <a:gsLst>
            <a:gs pos="0">
              <a:schemeClr val="accent1"/>
            </a:gs>
            <a:gs pos="100000">
              <a:srgbClr val="297694"/>
            </a:gs>
          </a:gsLst>
          <a:path path="circle">
            <a:fillToRect b="50%" l="50%" r="50%" t="50%"/>
          </a:path>
          <a:tileRect/>
        </a:gradFill>
      </p:bgPr>
    </p:bg>
    <p:spTree>
      <p:nvGrpSpPr>
        <p:cNvPr id="259" name="Shape 259"/>
        <p:cNvGrpSpPr/>
        <p:nvPr/>
      </p:nvGrpSpPr>
      <p:grpSpPr>
        <a:xfrm>
          <a:off x="0" y="0"/>
          <a:ext cx="0" cy="0"/>
          <a:chOff x="0" y="0"/>
          <a:chExt cx="0" cy="0"/>
        </a:xfrm>
      </p:grpSpPr>
      <p:grpSp>
        <p:nvGrpSpPr>
          <p:cNvPr id="260" name="Google Shape;260;p15"/>
          <p:cNvGrpSpPr/>
          <p:nvPr/>
        </p:nvGrpSpPr>
        <p:grpSpPr>
          <a:xfrm>
            <a:off x="-1" y="0"/>
            <a:ext cx="12192002" cy="6858000"/>
            <a:chOff x="-1" y="0"/>
            <a:chExt cx="12192002" cy="6858000"/>
          </a:xfrm>
        </p:grpSpPr>
        <p:cxnSp>
          <p:nvCxnSpPr>
            <p:cNvPr id="261" name="Google Shape;261;p15"/>
            <p:cNvCxnSpPr/>
            <p:nvPr/>
          </p:nvCxnSpPr>
          <p:spPr>
            <a:xfrm>
              <a:off x="61019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2" name="Google Shape;262;p15"/>
            <p:cNvCxnSpPr/>
            <p:nvPr/>
          </p:nvCxnSpPr>
          <p:spPr>
            <a:xfrm>
              <a:off x="182933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3" name="Google Shape;263;p15"/>
            <p:cNvCxnSpPr/>
            <p:nvPr/>
          </p:nvCxnSpPr>
          <p:spPr>
            <a:xfrm>
              <a:off x="304847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4" name="Google Shape;264;p15"/>
            <p:cNvCxnSpPr/>
            <p:nvPr/>
          </p:nvCxnSpPr>
          <p:spPr>
            <a:xfrm>
              <a:off x="426760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5" name="Google Shape;265;p15"/>
            <p:cNvCxnSpPr/>
            <p:nvPr/>
          </p:nvCxnSpPr>
          <p:spPr>
            <a:xfrm>
              <a:off x="548674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6" name="Google Shape;266;p15"/>
            <p:cNvCxnSpPr/>
            <p:nvPr/>
          </p:nvCxnSpPr>
          <p:spPr>
            <a:xfrm>
              <a:off x="670588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7" name="Google Shape;267;p15"/>
            <p:cNvCxnSpPr/>
            <p:nvPr/>
          </p:nvCxnSpPr>
          <p:spPr>
            <a:xfrm>
              <a:off x="792502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8" name="Google Shape;268;p15"/>
            <p:cNvCxnSpPr/>
            <p:nvPr/>
          </p:nvCxnSpPr>
          <p:spPr>
            <a:xfrm>
              <a:off x="914416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9" name="Google Shape;269;p15"/>
            <p:cNvCxnSpPr/>
            <p:nvPr/>
          </p:nvCxnSpPr>
          <p:spPr>
            <a:xfrm>
              <a:off x="1036329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0" name="Google Shape;270;p15"/>
            <p:cNvCxnSpPr/>
            <p:nvPr/>
          </p:nvCxnSpPr>
          <p:spPr>
            <a:xfrm>
              <a:off x="1158243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1" name="Google Shape;271;p15"/>
            <p:cNvCxnSpPr/>
            <p:nvPr/>
          </p:nvCxnSpPr>
          <p:spPr>
            <a:xfrm>
              <a:off x="2819" y="38648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2" name="Google Shape;272;p15"/>
            <p:cNvCxnSpPr/>
            <p:nvPr/>
          </p:nvCxnSpPr>
          <p:spPr>
            <a:xfrm>
              <a:off x="2819" y="1611181"/>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3" name="Google Shape;273;p15"/>
            <p:cNvCxnSpPr/>
            <p:nvPr/>
          </p:nvCxnSpPr>
          <p:spPr>
            <a:xfrm>
              <a:off x="2819" y="2835877"/>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4" name="Google Shape;274;p15"/>
            <p:cNvCxnSpPr/>
            <p:nvPr/>
          </p:nvCxnSpPr>
          <p:spPr>
            <a:xfrm>
              <a:off x="2819" y="4060573"/>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5" name="Google Shape;275;p15"/>
            <p:cNvCxnSpPr/>
            <p:nvPr/>
          </p:nvCxnSpPr>
          <p:spPr>
            <a:xfrm>
              <a:off x="2819" y="5285269"/>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6" name="Google Shape;276;p15"/>
            <p:cNvCxnSpPr/>
            <p:nvPr/>
          </p:nvCxnSpPr>
          <p:spPr>
            <a:xfrm>
              <a:off x="2819" y="650996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277" name="Google Shape;277;p15"/>
            <p:cNvGrpSpPr/>
            <p:nvPr/>
          </p:nvGrpSpPr>
          <p:grpSpPr>
            <a:xfrm>
              <a:off x="-1" y="0"/>
              <a:ext cx="12192001" cy="6858000"/>
              <a:chOff x="-1" y="0"/>
              <a:chExt cx="12192001" cy="6858000"/>
            </a:xfrm>
          </p:grpSpPr>
          <p:cxnSp>
            <p:nvCxnSpPr>
              <p:cNvPr id="278" name="Google Shape;278;p15"/>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9" name="Google Shape;279;p15"/>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0" name="Google Shape;280;p15"/>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1" name="Google Shape;281;p15"/>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2" name="Google Shape;282;p15"/>
              <p:cNvCxnSpPr/>
              <p:nvPr/>
            </p:nvCxnSpPr>
            <p:spPr>
              <a:xfrm>
                <a:off x="510650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283" name="Google Shape;283;p15"/>
              <p:cNvGrpSpPr/>
              <p:nvPr/>
            </p:nvGrpSpPr>
            <p:grpSpPr>
              <a:xfrm>
                <a:off x="6327885" y="0"/>
                <a:ext cx="5864115" cy="5898673"/>
                <a:chOff x="6327885" y="0"/>
                <a:chExt cx="5864115" cy="5898673"/>
              </a:xfrm>
            </p:grpSpPr>
            <p:cxnSp>
              <p:nvCxnSpPr>
                <p:cNvPr id="284" name="Google Shape;284;p15"/>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5" name="Google Shape;285;p15"/>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6" name="Google Shape;286;p15"/>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7" name="Google Shape;287;p15"/>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8" name="Google Shape;288;p15"/>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289" name="Google Shape;289;p15"/>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0" name="Google Shape;290;p15"/>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1" name="Google Shape;291;p15"/>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2" name="Google Shape;292;p15"/>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3" name="Google Shape;293;p15"/>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nvGrpSpPr>
            <p:cNvPr id="294" name="Google Shape;294;p15"/>
            <p:cNvGrpSpPr/>
            <p:nvPr/>
          </p:nvGrpSpPr>
          <p:grpSpPr>
            <a:xfrm flipH="1">
              <a:off x="0" y="0"/>
              <a:ext cx="12192001" cy="6858000"/>
              <a:chOff x="-1" y="0"/>
              <a:chExt cx="12192001" cy="6858000"/>
            </a:xfrm>
          </p:grpSpPr>
          <p:cxnSp>
            <p:nvCxnSpPr>
              <p:cNvPr id="295" name="Google Shape;295;p15"/>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6" name="Google Shape;296;p15"/>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7" name="Google Shape;297;p15"/>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8" name="Google Shape;298;p15"/>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9" name="Google Shape;299;p15"/>
              <p:cNvCxnSpPr/>
              <p:nvPr/>
            </p:nvCxnSpPr>
            <p:spPr>
              <a:xfrm>
                <a:off x="515064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00" name="Google Shape;300;p15"/>
              <p:cNvGrpSpPr/>
              <p:nvPr/>
            </p:nvGrpSpPr>
            <p:grpSpPr>
              <a:xfrm>
                <a:off x="6327885" y="0"/>
                <a:ext cx="5864115" cy="5898673"/>
                <a:chOff x="6327885" y="0"/>
                <a:chExt cx="5864115" cy="5898673"/>
              </a:xfrm>
            </p:grpSpPr>
            <p:cxnSp>
              <p:nvCxnSpPr>
                <p:cNvPr id="301" name="Google Shape;301;p15"/>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2" name="Google Shape;302;p15"/>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3" name="Google Shape;303;p15"/>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4" name="Google Shape;304;p15"/>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5" name="Google Shape;305;p15"/>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306" name="Google Shape;306;p15"/>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7" name="Google Shape;307;p15"/>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8" name="Google Shape;308;p15"/>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9" name="Google Shape;309;p15"/>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10" name="Google Shape;310;p15"/>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sp>
        <p:nvSpPr>
          <p:cNvPr id="311" name="Google Shape;311;p15"/>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2" name="Google Shape;312;p15"/>
          <p:cNvSpPr txBox="1"/>
          <p:nvPr>
            <p:ph type="title"/>
          </p:nvPr>
        </p:nvSpPr>
        <p:spPr>
          <a:xfrm>
            <a:off x="7913152" y="571500"/>
            <a:ext cx="3657600" cy="2197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3" name="Google Shape;313;p15"/>
          <p:cNvSpPr txBox="1"/>
          <p:nvPr>
            <p:ph idx="1" type="body"/>
          </p:nvPr>
        </p:nvSpPr>
        <p:spPr>
          <a:xfrm>
            <a:off x="543197" y="571500"/>
            <a:ext cx="6217920" cy="57150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55600" lvl="5" marL="2743200" algn="l">
              <a:lnSpc>
                <a:spcPct val="90000"/>
              </a:lnSpc>
              <a:spcBef>
                <a:spcPts val="600"/>
              </a:spcBef>
              <a:spcAft>
                <a:spcPts val="0"/>
              </a:spcAft>
              <a:buSzPts val="2000"/>
              <a:buChar char="▪"/>
              <a:defRPr sz="2000"/>
            </a:lvl6pPr>
            <a:lvl7pPr indent="-355600" lvl="6" marL="3200400" algn="l">
              <a:lnSpc>
                <a:spcPct val="90000"/>
              </a:lnSpc>
              <a:spcBef>
                <a:spcPts val="600"/>
              </a:spcBef>
              <a:spcAft>
                <a:spcPts val="0"/>
              </a:spcAft>
              <a:buSzPts val="2000"/>
              <a:buChar char="▪"/>
              <a:defRPr sz="2000"/>
            </a:lvl7pPr>
            <a:lvl8pPr indent="-355600" lvl="7" marL="3657600" algn="l">
              <a:lnSpc>
                <a:spcPct val="90000"/>
              </a:lnSpc>
              <a:spcBef>
                <a:spcPts val="600"/>
              </a:spcBef>
              <a:spcAft>
                <a:spcPts val="0"/>
              </a:spcAft>
              <a:buSzPts val="2000"/>
              <a:buChar char="▪"/>
              <a:defRPr sz="2000"/>
            </a:lvl8pPr>
            <a:lvl9pPr indent="-228600" lvl="8" marL="4114800" algn="l">
              <a:lnSpc>
                <a:spcPct val="90000"/>
              </a:lnSpc>
              <a:spcBef>
                <a:spcPts val="600"/>
              </a:spcBef>
              <a:spcAft>
                <a:spcPts val="0"/>
              </a:spcAft>
              <a:buSzPts val="2000"/>
              <a:buNone/>
              <a:defRPr sz="2000"/>
            </a:lvl9pPr>
          </a:lstStyle>
          <a:p/>
        </p:txBody>
      </p:sp>
      <p:sp>
        <p:nvSpPr>
          <p:cNvPr id="314" name="Google Shape;314;p15"/>
          <p:cNvSpPr txBox="1"/>
          <p:nvPr>
            <p:ph idx="2" type="body"/>
          </p:nvPr>
        </p:nvSpPr>
        <p:spPr>
          <a:xfrm>
            <a:off x="7913152" y="2995012"/>
            <a:ext cx="3657600" cy="22859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cxnSp>
        <p:nvCxnSpPr>
          <p:cNvPr id="315" name="Google Shape;315;p15"/>
          <p:cNvCxnSpPr/>
          <p:nvPr/>
        </p:nvCxnSpPr>
        <p:spPr>
          <a:xfrm>
            <a:off x="7923089" y="2895600"/>
            <a:ext cx="3659311" cy="0"/>
          </a:xfrm>
          <a:prstGeom prst="straightConnector1">
            <a:avLst/>
          </a:prstGeom>
          <a:noFill/>
          <a:ln cap="flat" cmpd="sng" w="19050">
            <a:solidFill>
              <a:schemeClr val="lt1"/>
            </a:solidFill>
            <a:prstDash val="solid"/>
            <a:miter lim="800000"/>
            <a:headEnd len="sm" w="sm" type="none"/>
            <a:tailEnd len="sm" w="sm" type="none"/>
          </a:ln>
        </p:spPr>
      </p:cxnSp>
      <p:sp>
        <p:nvSpPr>
          <p:cNvPr id="316" name="Google Shape;316;p15"/>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15"/>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15"/>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chemeClr val="lt1"/>
                </a:solidFill>
                <a:latin typeface="Arial"/>
                <a:ea typeface="Arial"/>
                <a:cs typeface="Arial"/>
                <a:sym typeface="Arial"/>
              </a:defRPr>
            </a:lvl1pPr>
            <a:lvl2pPr indent="0" lvl="1" marL="0" algn="r">
              <a:spcBef>
                <a:spcPts val="0"/>
              </a:spcBef>
              <a:buNone/>
              <a:defRPr sz="1100">
                <a:solidFill>
                  <a:schemeClr val="lt1"/>
                </a:solidFill>
                <a:latin typeface="Arial"/>
                <a:ea typeface="Arial"/>
                <a:cs typeface="Arial"/>
                <a:sym typeface="Arial"/>
              </a:defRPr>
            </a:lvl2pPr>
            <a:lvl3pPr indent="0" lvl="2" marL="0" algn="r">
              <a:spcBef>
                <a:spcPts val="0"/>
              </a:spcBef>
              <a:buNone/>
              <a:defRPr sz="1100">
                <a:solidFill>
                  <a:schemeClr val="lt1"/>
                </a:solidFill>
                <a:latin typeface="Arial"/>
                <a:ea typeface="Arial"/>
                <a:cs typeface="Arial"/>
                <a:sym typeface="Arial"/>
              </a:defRPr>
            </a:lvl3pPr>
            <a:lvl4pPr indent="0" lvl="3" marL="0" algn="r">
              <a:spcBef>
                <a:spcPts val="0"/>
              </a:spcBef>
              <a:buNone/>
              <a:defRPr sz="1100">
                <a:solidFill>
                  <a:schemeClr val="lt1"/>
                </a:solidFill>
                <a:latin typeface="Arial"/>
                <a:ea typeface="Arial"/>
                <a:cs typeface="Arial"/>
                <a:sym typeface="Arial"/>
              </a:defRPr>
            </a:lvl4pPr>
            <a:lvl5pPr indent="0" lvl="4" marL="0" algn="r">
              <a:spcBef>
                <a:spcPts val="0"/>
              </a:spcBef>
              <a:buNone/>
              <a:defRPr sz="1100">
                <a:solidFill>
                  <a:schemeClr val="lt1"/>
                </a:solidFill>
                <a:latin typeface="Arial"/>
                <a:ea typeface="Arial"/>
                <a:cs typeface="Arial"/>
                <a:sym typeface="Arial"/>
              </a:defRPr>
            </a:lvl5pPr>
            <a:lvl6pPr indent="0" lvl="5" marL="0" algn="r">
              <a:spcBef>
                <a:spcPts val="0"/>
              </a:spcBef>
              <a:buNone/>
              <a:defRPr sz="1100">
                <a:solidFill>
                  <a:schemeClr val="lt1"/>
                </a:solidFill>
                <a:latin typeface="Arial"/>
                <a:ea typeface="Arial"/>
                <a:cs typeface="Arial"/>
                <a:sym typeface="Arial"/>
              </a:defRPr>
            </a:lvl6pPr>
            <a:lvl7pPr indent="0" lvl="6" marL="0" algn="r">
              <a:spcBef>
                <a:spcPts val="0"/>
              </a:spcBef>
              <a:buNone/>
              <a:defRPr sz="1100">
                <a:solidFill>
                  <a:schemeClr val="lt1"/>
                </a:solidFill>
                <a:latin typeface="Arial"/>
                <a:ea typeface="Arial"/>
                <a:cs typeface="Arial"/>
                <a:sym typeface="Arial"/>
              </a:defRPr>
            </a:lvl7pPr>
            <a:lvl8pPr indent="0" lvl="7" marL="0" algn="r">
              <a:spcBef>
                <a:spcPts val="0"/>
              </a:spcBef>
              <a:buNone/>
              <a:defRPr sz="1100">
                <a:solidFill>
                  <a:schemeClr val="lt1"/>
                </a:solidFill>
                <a:latin typeface="Arial"/>
                <a:ea typeface="Arial"/>
                <a:cs typeface="Arial"/>
                <a:sym typeface="Arial"/>
              </a:defRPr>
            </a:lvl8pPr>
            <a:lvl9pPr indent="0" lvl="8" marL="0" algn="r">
              <a:spcBef>
                <a:spcPts val="0"/>
              </a:spcBef>
              <a:buNone/>
              <a:defRPr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chemeClr val="accent1"/>
            </a:gs>
            <a:gs pos="100000">
              <a:srgbClr val="297694"/>
            </a:gs>
          </a:gsLst>
          <a:path path="circle">
            <a:fillToRect b="50%" l="50%" r="50%" t="50%"/>
          </a:path>
          <a:tileRect/>
        </a:gradFill>
      </p:bgPr>
    </p:bg>
    <p:spTree>
      <p:nvGrpSpPr>
        <p:cNvPr id="319" name="Shape 319"/>
        <p:cNvGrpSpPr/>
        <p:nvPr/>
      </p:nvGrpSpPr>
      <p:grpSpPr>
        <a:xfrm>
          <a:off x="0" y="0"/>
          <a:ext cx="0" cy="0"/>
          <a:chOff x="0" y="0"/>
          <a:chExt cx="0" cy="0"/>
        </a:xfrm>
      </p:grpSpPr>
      <p:grpSp>
        <p:nvGrpSpPr>
          <p:cNvPr id="320" name="Google Shape;320;p16"/>
          <p:cNvGrpSpPr/>
          <p:nvPr/>
        </p:nvGrpSpPr>
        <p:grpSpPr>
          <a:xfrm>
            <a:off x="-1" y="0"/>
            <a:ext cx="12192002" cy="6858000"/>
            <a:chOff x="-1" y="0"/>
            <a:chExt cx="12192002" cy="6858000"/>
          </a:xfrm>
        </p:grpSpPr>
        <p:cxnSp>
          <p:nvCxnSpPr>
            <p:cNvPr id="321" name="Google Shape;321;p16"/>
            <p:cNvCxnSpPr/>
            <p:nvPr/>
          </p:nvCxnSpPr>
          <p:spPr>
            <a:xfrm>
              <a:off x="61019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2" name="Google Shape;322;p16"/>
            <p:cNvCxnSpPr/>
            <p:nvPr/>
          </p:nvCxnSpPr>
          <p:spPr>
            <a:xfrm>
              <a:off x="182933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3" name="Google Shape;323;p16"/>
            <p:cNvCxnSpPr/>
            <p:nvPr/>
          </p:nvCxnSpPr>
          <p:spPr>
            <a:xfrm>
              <a:off x="304847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4" name="Google Shape;324;p16"/>
            <p:cNvCxnSpPr/>
            <p:nvPr/>
          </p:nvCxnSpPr>
          <p:spPr>
            <a:xfrm>
              <a:off x="426760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5" name="Google Shape;325;p16"/>
            <p:cNvCxnSpPr/>
            <p:nvPr/>
          </p:nvCxnSpPr>
          <p:spPr>
            <a:xfrm>
              <a:off x="548674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6" name="Google Shape;326;p16"/>
            <p:cNvCxnSpPr/>
            <p:nvPr/>
          </p:nvCxnSpPr>
          <p:spPr>
            <a:xfrm>
              <a:off x="670588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7" name="Google Shape;327;p16"/>
            <p:cNvCxnSpPr/>
            <p:nvPr/>
          </p:nvCxnSpPr>
          <p:spPr>
            <a:xfrm>
              <a:off x="792502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8" name="Google Shape;328;p16"/>
            <p:cNvCxnSpPr/>
            <p:nvPr/>
          </p:nvCxnSpPr>
          <p:spPr>
            <a:xfrm>
              <a:off x="914416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9" name="Google Shape;329;p16"/>
            <p:cNvCxnSpPr/>
            <p:nvPr/>
          </p:nvCxnSpPr>
          <p:spPr>
            <a:xfrm>
              <a:off x="1036329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0" name="Google Shape;330;p16"/>
            <p:cNvCxnSpPr/>
            <p:nvPr/>
          </p:nvCxnSpPr>
          <p:spPr>
            <a:xfrm>
              <a:off x="1158243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1" name="Google Shape;331;p16"/>
            <p:cNvCxnSpPr/>
            <p:nvPr/>
          </p:nvCxnSpPr>
          <p:spPr>
            <a:xfrm>
              <a:off x="2819" y="38648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2" name="Google Shape;332;p16"/>
            <p:cNvCxnSpPr/>
            <p:nvPr/>
          </p:nvCxnSpPr>
          <p:spPr>
            <a:xfrm>
              <a:off x="2819" y="1611181"/>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3" name="Google Shape;333;p16"/>
            <p:cNvCxnSpPr/>
            <p:nvPr/>
          </p:nvCxnSpPr>
          <p:spPr>
            <a:xfrm>
              <a:off x="2819" y="2835877"/>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4" name="Google Shape;334;p16"/>
            <p:cNvCxnSpPr/>
            <p:nvPr/>
          </p:nvCxnSpPr>
          <p:spPr>
            <a:xfrm>
              <a:off x="2819" y="4060573"/>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5" name="Google Shape;335;p16"/>
            <p:cNvCxnSpPr/>
            <p:nvPr/>
          </p:nvCxnSpPr>
          <p:spPr>
            <a:xfrm>
              <a:off x="2819" y="5285269"/>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6" name="Google Shape;336;p16"/>
            <p:cNvCxnSpPr/>
            <p:nvPr/>
          </p:nvCxnSpPr>
          <p:spPr>
            <a:xfrm>
              <a:off x="2819" y="650996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37" name="Google Shape;337;p16"/>
            <p:cNvGrpSpPr/>
            <p:nvPr/>
          </p:nvGrpSpPr>
          <p:grpSpPr>
            <a:xfrm>
              <a:off x="-1" y="0"/>
              <a:ext cx="12192001" cy="6858000"/>
              <a:chOff x="-1" y="0"/>
              <a:chExt cx="12192001" cy="6858000"/>
            </a:xfrm>
          </p:grpSpPr>
          <p:cxnSp>
            <p:nvCxnSpPr>
              <p:cNvPr id="338" name="Google Shape;338;p16"/>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9" name="Google Shape;339;p16"/>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0" name="Google Shape;340;p16"/>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1" name="Google Shape;341;p16"/>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2" name="Google Shape;342;p16"/>
              <p:cNvCxnSpPr/>
              <p:nvPr/>
            </p:nvCxnSpPr>
            <p:spPr>
              <a:xfrm>
                <a:off x="510650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43" name="Google Shape;343;p16"/>
              <p:cNvGrpSpPr/>
              <p:nvPr/>
            </p:nvGrpSpPr>
            <p:grpSpPr>
              <a:xfrm>
                <a:off x="6327885" y="0"/>
                <a:ext cx="5864115" cy="5898673"/>
                <a:chOff x="6327885" y="0"/>
                <a:chExt cx="5864115" cy="5898673"/>
              </a:xfrm>
            </p:grpSpPr>
            <p:cxnSp>
              <p:nvCxnSpPr>
                <p:cNvPr id="344" name="Google Shape;344;p16"/>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5" name="Google Shape;345;p16"/>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6" name="Google Shape;346;p16"/>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7" name="Google Shape;347;p16"/>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8" name="Google Shape;348;p16"/>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349" name="Google Shape;349;p16"/>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0" name="Google Shape;350;p16"/>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1" name="Google Shape;351;p16"/>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2" name="Google Shape;352;p16"/>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3" name="Google Shape;353;p16"/>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nvGrpSpPr>
            <p:cNvPr id="354" name="Google Shape;354;p16"/>
            <p:cNvGrpSpPr/>
            <p:nvPr/>
          </p:nvGrpSpPr>
          <p:grpSpPr>
            <a:xfrm flipH="1">
              <a:off x="0" y="0"/>
              <a:ext cx="12192001" cy="6858000"/>
              <a:chOff x="-1" y="0"/>
              <a:chExt cx="12192001" cy="6858000"/>
            </a:xfrm>
          </p:grpSpPr>
          <p:cxnSp>
            <p:nvCxnSpPr>
              <p:cNvPr id="355" name="Google Shape;355;p16"/>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6" name="Google Shape;356;p16"/>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7" name="Google Shape;357;p16"/>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8" name="Google Shape;358;p16"/>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9" name="Google Shape;359;p16"/>
              <p:cNvCxnSpPr/>
              <p:nvPr/>
            </p:nvCxnSpPr>
            <p:spPr>
              <a:xfrm>
                <a:off x="515064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60" name="Google Shape;360;p16"/>
              <p:cNvGrpSpPr/>
              <p:nvPr/>
            </p:nvGrpSpPr>
            <p:grpSpPr>
              <a:xfrm>
                <a:off x="6327885" y="0"/>
                <a:ext cx="5864115" cy="5898673"/>
                <a:chOff x="6327885" y="0"/>
                <a:chExt cx="5864115" cy="5898673"/>
              </a:xfrm>
            </p:grpSpPr>
            <p:cxnSp>
              <p:nvCxnSpPr>
                <p:cNvPr id="361" name="Google Shape;361;p16"/>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2" name="Google Shape;362;p16"/>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3" name="Google Shape;363;p16"/>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4" name="Google Shape;364;p16"/>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5" name="Google Shape;365;p16"/>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366" name="Google Shape;366;p16"/>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7" name="Google Shape;367;p16"/>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8" name="Google Shape;368;p16"/>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9" name="Google Shape;369;p16"/>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70" name="Google Shape;370;p16"/>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sp>
        <p:nvSpPr>
          <p:cNvPr id="371" name="Google Shape;371;p16"/>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72" name="Google Shape;372;p16"/>
          <p:cNvCxnSpPr/>
          <p:nvPr/>
        </p:nvCxnSpPr>
        <p:spPr>
          <a:xfrm>
            <a:off x="7923089" y="2895600"/>
            <a:ext cx="3659311" cy="0"/>
          </a:xfrm>
          <a:prstGeom prst="straightConnector1">
            <a:avLst/>
          </a:prstGeom>
          <a:noFill/>
          <a:ln cap="flat" cmpd="sng" w="19050">
            <a:solidFill>
              <a:schemeClr val="lt1"/>
            </a:solidFill>
            <a:prstDash val="solid"/>
            <a:miter lim="800000"/>
            <a:headEnd len="sm" w="sm" type="none"/>
            <a:tailEnd len="sm" w="sm" type="none"/>
          </a:ln>
        </p:spPr>
      </p:cxnSp>
      <p:sp>
        <p:nvSpPr>
          <p:cNvPr id="373" name="Google Shape;373;p16"/>
          <p:cNvSpPr txBox="1"/>
          <p:nvPr>
            <p:ph type="title"/>
          </p:nvPr>
        </p:nvSpPr>
        <p:spPr>
          <a:xfrm>
            <a:off x="7909560" y="576072"/>
            <a:ext cx="3657600" cy="21945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374" name="Google Shape;374;p16"/>
          <p:cNvSpPr/>
          <p:nvPr>
            <p:ph idx="2" type="pic"/>
          </p:nvPr>
        </p:nvSpPr>
        <p:spPr>
          <a:xfrm>
            <a:off x="4412" y="-159"/>
            <a:ext cx="7315200" cy="6858000"/>
          </a:xfrm>
          <a:prstGeom prst="rect">
            <a:avLst/>
          </a:prstGeom>
          <a:noFill/>
          <a:ln>
            <a:noFill/>
          </a:ln>
        </p:spPr>
      </p:sp>
      <p:sp>
        <p:nvSpPr>
          <p:cNvPr id="375" name="Google Shape;375;p16"/>
          <p:cNvSpPr txBox="1"/>
          <p:nvPr>
            <p:ph idx="1" type="body"/>
          </p:nvPr>
        </p:nvSpPr>
        <p:spPr>
          <a:xfrm>
            <a:off x="7909560" y="2999232"/>
            <a:ext cx="3657600" cy="2286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6" name="Shape 376"/>
        <p:cNvGrpSpPr/>
        <p:nvPr/>
      </p:nvGrpSpPr>
      <p:grpSpPr>
        <a:xfrm>
          <a:off x="0" y="0"/>
          <a:ext cx="0" cy="0"/>
          <a:chOff x="0" y="0"/>
          <a:chExt cx="0" cy="0"/>
        </a:xfrm>
      </p:grpSpPr>
      <p:sp>
        <p:nvSpPr>
          <p:cNvPr id="377" name="Google Shape;377;p17"/>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8" name="Google Shape;378;p17"/>
          <p:cNvSpPr txBox="1"/>
          <p:nvPr>
            <p:ph idx="1" type="body"/>
          </p:nvPr>
        </p:nvSpPr>
        <p:spPr>
          <a:xfrm rot="5400000">
            <a:off x="4191001" y="-914400"/>
            <a:ext cx="3809999"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379" name="Google Shape;379;p17"/>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0" name="Google Shape;380;p17"/>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1" name="Google Shape;381;p17"/>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82" name="Shape 382"/>
        <p:cNvGrpSpPr/>
        <p:nvPr/>
      </p:nvGrpSpPr>
      <p:grpSpPr>
        <a:xfrm>
          <a:off x="0" y="0"/>
          <a:ext cx="0" cy="0"/>
          <a:chOff x="0" y="0"/>
          <a:chExt cx="0" cy="0"/>
        </a:xfrm>
      </p:grpSpPr>
      <p:sp>
        <p:nvSpPr>
          <p:cNvPr id="383" name="Google Shape;383;p18"/>
          <p:cNvSpPr txBox="1"/>
          <p:nvPr>
            <p:ph type="title"/>
          </p:nvPr>
        </p:nvSpPr>
        <p:spPr>
          <a:xfrm rot="5400000">
            <a:off x="7402286" y="2296885"/>
            <a:ext cx="5301343" cy="168728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4" name="Google Shape;384;p18"/>
          <p:cNvSpPr txBox="1"/>
          <p:nvPr>
            <p:ph idx="1" type="body"/>
          </p:nvPr>
        </p:nvSpPr>
        <p:spPr>
          <a:xfrm rot="5400000">
            <a:off x="2438400" y="-653144"/>
            <a:ext cx="5301343" cy="75873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385" name="Google Shape;385;p18"/>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6" name="Google Shape;386;p18"/>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7" name="Google Shape;387;p18"/>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3000">
              <a:schemeClr val="lt1"/>
            </a:gs>
            <a:gs pos="100000">
              <a:srgbClr val="F2F2F2">
                <a:alpha val="65098"/>
              </a:srgbClr>
            </a:gs>
          </a:gsLst>
          <a:lin ang="5400000" scaled="0"/>
        </a:gradFill>
      </p:bgPr>
    </p:bg>
    <p:spTree>
      <p:nvGrpSpPr>
        <p:cNvPr id="9" name="Shape 9"/>
        <p:cNvGrpSpPr/>
        <p:nvPr/>
      </p:nvGrpSpPr>
      <p:grpSpPr>
        <a:xfrm>
          <a:off x="0" y="0"/>
          <a:ext cx="0" cy="0"/>
          <a:chOff x="0" y="0"/>
          <a:chExt cx="0" cy="0"/>
        </a:xfrm>
      </p:grpSpPr>
      <p:grpSp>
        <p:nvGrpSpPr>
          <p:cNvPr id="10" name="Google Shape;10;p7"/>
          <p:cNvGrpSpPr/>
          <p:nvPr/>
        </p:nvGrpSpPr>
        <p:grpSpPr>
          <a:xfrm>
            <a:off x="-1" y="-195943"/>
            <a:ext cx="12192002" cy="6858000"/>
            <a:chOff x="-1" y="0"/>
            <a:chExt cx="12192002" cy="6858000"/>
          </a:xfrm>
        </p:grpSpPr>
        <p:cxnSp>
          <p:nvCxnSpPr>
            <p:cNvPr id="11" name="Google Shape;11;p7"/>
            <p:cNvCxnSpPr/>
            <p:nvPr/>
          </p:nvCxnSpPr>
          <p:spPr>
            <a:xfrm>
              <a:off x="610194"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2" name="Google Shape;12;p7"/>
            <p:cNvCxnSpPr/>
            <p:nvPr/>
          </p:nvCxnSpPr>
          <p:spPr>
            <a:xfrm>
              <a:off x="1829332"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3" name="Google Shape;13;p7"/>
            <p:cNvCxnSpPr/>
            <p:nvPr/>
          </p:nvCxnSpPr>
          <p:spPr>
            <a:xfrm>
              <a:off x="3048470"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4" name="Google Shape;14;p7"/>
            <p:cNvCxnSpPr/>
            <p:nvPr/>
          </p:nvCxnSpPr>
          <p:spPr>
            <a:xfrm>
              <a:off x="4267608"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5" name="Google Shape;15;p7"/>
            <p:cNvCxnSpPr/>
            <p:nvPr/>
          </p:nvCxnSpPr>
          <p:spPr>
            <a:xfrm>
              <a:off x="5486746"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6" name="Google Shape;16;p7"/>
            <p:cNvCxnSpPr/>
            <p:nvPr/>
          </p:nvCxnSpPr>
          <p:spPr>
            <a:xfrm>
              <a:off x="6705884"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7" name="Google Shape;17;p7"/>
            <p:cNvCxnSpPr/>
            <p:nvPr/>
          </p:nvCxnSpPr>
          <p:spPr>
            <a:xfrm>
              <a:off x="7925022"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8" name="Google Shape;18;p7"/>
            <p:cNvCxnSpPr/>
            <p:nvPr/>
          </p:nvCxnSpPr>
          <p:spPr>
            <a:xfrm>
              <a:off x="9144160"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9" name="Google Shape;19;p7"/>
            <p:cNvCxnSpPr/>
            <p:nvPr/>
          </p:nvCxnSpPr>
          <p:spPr>
            <a:xfrm>
              <a:off x="10363298"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0" name="Google Shape;20;p7"/>
            <p:cNvCxnSpPr/>
            <p:nvPr/>
          </p:nvCxnSpPr>
          <p:spPr>
            <a:xfrm>
              <a:off x="11582436"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1" name="Google Shape;21;p7"/>
            <p:cNvCxnSpPr/>
            <p:nvPr/>
          </p:nvCxnSpPr>
          <p:spPr>
            <a:xfrm>
              <a:off x="2819" y="386485"/>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2" name="Google Shape;22;p7"/>
            <p:cNvCxnSpPr/>
            <p:nvPr/>
          </p:nvCxnSpPr>
          <p:spPr>
            <a:xfrm>
              <a:off x="2819" y="1611181"/>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3" name="Google Shape;23;p7"/>
            <p:cNvCxnSpPr/>
            <p:nvPr/>
          </p:nvCxnSpPr>
          <p:spPr>
            <a:xfrm>
              <a:off x="2819" y="2835877"/>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4" name="Google Shape;24;p7"/>
            <p:cNvCxnSpPr/>
            <p:nvPr/>
          </p:nvCxnSpPr>
          <p:spPr>
            <a:xfrm>
              <a:off x="2819" y="4060573"/>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5" name="Google Shape;25;p7"/>
            <p:cNvCxnSpPr/>
            <p:nvPr/>
          </p:nvCxnSpPr>
          <p:spPr>
            <a:xfrm>
              <a:off x="2819" y="5285269"/>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6" name="Google Shape;26;p7"/>
            <p:cNvCxnSpPr/>
            <p:nvPr/>
          </p:nvCxnSpPr>
          <p:spPr>
            <a:xfrm>
              <a:off x="2819" y="6509965"/>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grpSp>
          <p:nvGrpSpPr>
            <p:cNvPr id="27" name="Google Shape;27;p7"/>
            <p:cNvGrpSpPr/>
            <p:nvPr/>
          </p:nvGrpSpPr>
          <p:grpSpPr>
            <a:xfrm>
              <a:off x="-1" y="0"/>
              <a:ext cx="12192001" cy="6858000"/>
              <a:chOff x="-1" y="0"/>
              <a:chExt cx="12192001" cy="6858000"/>
            </a:xfrm>
          </p:grpSpPr>
          <p:cxnSp>
            <p:nvCxnSpPr>
              <p:cNvPr id="28" name="Google Shape;28;p7"/>
              <p:cNvCxnSpPr/>
              <p:nvPr/>
            </p:nvCxnSpPr>
            <p:spPr>
              <a:xfrm>
                <a:off x="225425"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9" name="Google Shape;29;p7"/>
              <p:cNvCxnSpPr/>
              <p:nvPr/>
            </p:nvCxnSpPr>
            <p:spPr>
              <a:xfrm>
                <a:off x="1449154"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0" name="Google Shape;30;p7"/>
              <p:cNvCxnSpPr/>
              <p:nvPr/>
            </p:nvCxnSpPr>
            <p:spPr>
              <a:xfrm>
                <a:off x="266598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1" name="Google Shape;31;p7"/>
              <p:cNvCxnSpPr/>
              <p:nvPr/>
            </p:nvCxnSpPr>
            <p:spPr>
              <a:xfrm>
                <a:off x="3885119"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2" name="Google Shape;32;p7"/>
              <p:cNvCxnSpPr/>
              <p:nvPr/>
            </p:nvCxnSpPr>
            <p:spPr>
              <a:xfrm>
                <a:off x="510650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grpSp>
            <p:nvGrpSpPr>
              <p:cNvPr id="33" name="Google Shape;33;p7"/>
              <p:cNvGrpSpPr/>
              <p:nvPr/>
            </p:nvGrpSpPr>
            <p:grpSpPr>
              <a:xfrm>
                <a:off x="6327885" y="0"/>
                <a:ext cx="5864115" cy="5898673"/>
                <a:chOff x="6327885" y="0"/>
                <a:chExt cx="5864115" cy="5898673"/>
              </a:xfrm>
            </p:grpSpPr>
            <p:cxnSp>
              <p:nvCxnSpPr>
                <p:cNvPr id="34" name="Google Shape;34;p7"/>
                <p:cNvCxnSpPr/>
                <p:nvPr/>
              </p:nvCxnSpPr>
              <p:spPr>
                <a:xfrm>
                  <a:off x="6327885" y="0"/>
                  <a:ext cx="5864115" cy="5898673"/>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5" name="Google Shape;35;p7"/>
                <p:cNvCxnSpPr/>
                <p:nvPr/>
              </p:nvCxnSpPr>
              <p:spPr>
                <a:xfrm>
                  <a:off x="7549268" y="0"/>
                  <a:ext cx="4642732" cy="467242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6" name="Google Shape;36;p7"/>
                <p:cNvCxnSpPr/>
                <p:nvPr/>
              </p:nvCxnSpPr>
              <p:spPr>
                <a:xfrm>
                  <a:off x="8772997" y="0"/>
                  <a:ext cx="3419003" cy="34567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7" name="Google Shape;37;p7"/>
                <p:cNvCxnSpPr/>
                <p:nvPr/>
              </p:nvCxnSpPr>
              <p:spPr>
                <a:xfrm>
                  <a:off x="9982200" y="0"/>
                  <a:ext cx="2209800" cy="222646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8" name="Google Shape;38;p7"/>
                <p:cNvCxnSpPr/>
                <p:nvPr/>
              </p:nvCxnSpPr>
              <p:spPr>
                <a:xfrm>
                  <a:off x="11199019" y="0"/>
                  <a:ext cx="992981" cy="1002506"/>
                </a:xfrm>
                <a:prstGeom prst="straightConnector1">
                  <a:avLst/>
                </a:prstGeom>
                <a:noFill/>
                <a:ln cap="flat" cmpd="sng" w="9525">
                  <a:solidFill>
                    <a:srgbClr val="D8D8D8">
                      <a:alpha val="25098"/>
                    </a:srgbClr>
                  </a:solidFill>
                  <a:prstDash val="solid"/>
                  <a:miter lim="800000"/>
                  <a:headEnd len="sm" w="sm" type="none"/>
                  <a:tailEnd len="sm" w="sm" type="none"/>
                </a:ln>
              </p:spPr>
            </p:cxnSp>
          </p:grpSp>
          <p:cxnSp>
            <p:nvCxnSpPr>
              <p:cNvPr id="39" name="Google Shape;39;p7"/>
              <p:cNvCxnSpPr/>
              <p:nvPr/>
            </p:nvCxnSpPr>
            <p:spPr>
              <a:xfrm rot="10800000">
                <a:off x="-1" y="1012053"/>
                <a:ext cx="5828811" cy="584594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0" name="Google Shape;40;p7"/>
              <p:cNvCxnSpPr/>
              <p:nvPr/>
            </p:nvCxnSpPr>
            <p:spPr>
              <a:xfrm rot="10800000">
                <a:off x="-1" y="2227340"/>
                <a:ext cx="4614781" cy="4630658"/>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1" name="Google Shape;41;p7"/>
              <p:cNvCxnSpPr/>
              <p:nvPr/>
            </p:nvCxnSpPr>
            <p:spPr>
              <a:xfrm rot="10800000">
                <a:off x="-1" y="3432149"/>
                <a:ext cx="3398419" cy="34258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2" name="Google Shape;42;p7"/>
              <p:cNvCxnSpPr/>
              <p:nvPr/>
            </p:nvCxnSpPr>
            <p:spPr>
              <a:xfrm rot="10800000">
                <a:off x="-1" y="4651431"/>
                <a:ext cx="2196496" cy="2206567"/>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3" name="Google Shape;43;p7"/>
              <p:cNvCxnSpPr/>
              <p:nvPr/>
            </p:nvCxnSpPr>
            <p:spPr>
              <a:xfrm rot="10800000">
                <a:off x="-1" y="5864453"/>
                <a:ext cx="987003" cy="993545"/>
              </a:xfrm>
              <a:prstGeom prst="straightConnector1">
                <a:avLst/>
              </a:prstGeom>
              <a:noFill/>
              <a:ln cap="flat" cmpd="sng" w="9525">
                <a:solidFill>
                  <a:srgbClr val="D8D8D8">
                    <a:alpha val="25098"/>
                  </a:srgbClr>
                </a:solidFill>
                <a:prstDash val="solid"/>
                <a:miter lim="800000"/>
                <a:headEnd len="sm" w="sm" type="none"/>
                <a:tailEnd len="sm" w="sm" type="none"/>
              </a:ln>
            </p:spPr>
          </p:cxnSp>
        </p:grpSp>
        <p:grpSp>
          <p:nvGrpSpPr>
            <p:cNvPr id="44" name="Google Shape;44;p7"/>
            <p:cNvGrpSpPr/>
            <p:nvPr/>
          </p:nvGrpSpPr>
          <p:grpSpPr>
            <a:xfrm flipH="1">
              <a:off x="0" y="0"/>
              <a:ext cx="12192001" cy="6858000"/>
              <a:chOff x="-1" y="0"/>
              <a:chExt cx="12192001" cy="6858000"/>
            </a:xfrm>
          </p:grpSpPr>
          <p:cxnSp>
            <p:nvCxnSpPr>
              <p:cNvPr id="45" name="Google Shape;45;p7"/>
              <p:cNvCxnSpPr/>
              <p:nvPr/>
            </p:nvCxnSpPr>
            <p:spPr>
              <a:xfrm>
                <a:off x="225425"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6" name="Google Shape;46;p7"/>
              <p:cNvCxnSpPr/>
              <p:nvPr/>
            </p:nvCxnSpPr>
            <p:spPr>
              <a:xfrm>
                <a:off x="1449154"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7" name="Google Shape;47;p7"/>
              <p:cNvCxnSpPr/>
              <p:nvPr/>
            </p:nvCxnSpPr>
            <p:spPr>
              <a:xfrm>
                <a:off x="266598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8" name="Google Shape;48;p7"/>
              <p:cNvCxnSpPr/>
              <p:nvPr/>
            </p:nvCxnSpPr>
            <p:spPr>
              <a:xfrm>
                <a:off x="3885119"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9" name="Google Shape;49;p7"/>
              <p:cNvCxnSpPr/>
              <p:nvPr/>
            </p:nvCxnSpPr>
            <p:spPr>
              <a:xfrm>
                <a:off x="510650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grpSp>
            <p:nvGrpSpPr>
              <p:cNvPr id="50" name="Google Shape;50;p7"/>
              <p:cNvGrpSpPr/>
              <p:nvPr/>
            </p:nvGrpSpPr>
            <p:grpSpPr>
              <a:xfrm>
                <a:off x="6327885" y="0"/>
                <a:ext cx="5864115" cy="5898673"/>
                <a:chOff x="6327885" y="0"/>
                <a:chExt cx="5864115" cy="5898673"/>
              </a:xfrm>
            </p:grpSpPr>
            <p:cxnSp>
              <p:nvCxnSpPr>
                <p:cNvPr id="51" name="Google Shape;51;p7"/>
                <p:cNvCxnSpPr/>
                <p:nvPr/>
              </p:nvCxnSpPr>
              <p:spPr>
                <a:xfrm>
                  <a:off x="6327885" y="0"/>
                  <a:ext cx="5864115" cy="5898673"/>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2" name="Google Shape;52;p7"/>
                <p:cNvCxnSpPr/>
                <p:nvPr/>
              </p:nvCxnSpPr>
              <p:spPr>
                <a:xfrm>
                  <a:off x="7549268" y="0"/>
                  <a:ext cx="4642732" cy="467242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3" name="Google Shape;53;p7"/>
                <p:cNvCxnSpPr/>
                <p:nvPr/>
              </p:nvCxnSpPr>
              <p:spPr>
                <a:xfrm>
                  <a:off x="8772997" y="0"/>
                  <a:ext cx="3419003" cy="34567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4" name="Google Shape;54;p7"/>
                <p:cNvCxnSpPr/>
                <p:nvPr/>
              </p:nvCxnSpPr>
              <p:spPr>
                <a:xfrm>
                  <a:off x="9982200" y="0"/>
                  <a:ext cx="2209800" cy="222646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5" name="Google Shape;55;p7"/>
                <p:cNvCxnSpPr/>
                <p:nvPr/>
              </p:nvCxnSpPr>
              <p:spPr>
                <a:xfrm>
                  <a:off x="11199019" y="0"/>
                  <a:ext cx="992981" cy="1002506"/>
                </a:xfrm>
                <a:prstGeom prst="straightConnector1">
                  <a:avLst/>
                </a:prstGeom>
                <a:noFill/>
                <a:ln cap="flat" cmpd="sng" w="9525">
                  <a:solidFill>
                    <a:srgbClr val="D8D8D8">
                      <a:alpha val="25098"/>
                    </a:srgbClr>
                  </a:solidFill>
                  <a:prstDash val="solid"/>
                  <a:miter lim="800000"/>
                  <a:headEnd len="sm" w="sm" type="none"/>
                  <a:tailEnd len="sm" w="sm" type="none"/>
                </a:ln>
              </p:spPr>
            </p:cxnSp>
          </p:grpSp>
          <p:cxnSp>
            <p:nvCxnSpPr>
              <p:cNvPr id="56" name="Google Shape;56;p7"/>
              <p:cNvCxnSpPr/>
              <p:nvPr/>
            </p:nvCxnSpPr>
            <p:spPr>
              <a:xfrm rot="10800000">
                <a:off x="-1" y="1012053"/>
                <a:ext cx="5828811" cy="584594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7" name="Google Shape;57;p7"/>
              <p:cNvCxnSpPr/>
              <p:nvPr/>
            </p:nvCxnSpPr>
            <p:spPr>
              <a:xfrm rot="10800000">
                <a:off x="-1" y="2227340"/>
                <a:ext cx="4614781" cy="4630658"/>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8" name="Google Shape;58;p7"/>
              <p:cNvCxnSpPr/>
              <p:nvPr/>
            </p:nvCxnSpPr>
            <p:spPr>
              <a:xfrm rot="10800000">
                <a:off x="-1" y="3432149"/>
                <a:ext cx="3398419" cy="34258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9" name="Google Shape;59;p7"/>
              <p:cNvCxnSpPr/>
              <p:nvPr/>
            </p:nvCxnSpPr>
            <p:spPr>
              <a:xfrm rot="10800000">
                <a:off x="-1" y="4651431"/>
                <a:ext cx="2196496" cy="2206567"/>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60" name="Google Shape;60;p7"/>
              <p:cNvCxnSpPr/>
              <p:nvPr/>
            </p:nvCxnSpPr>
            <p:spPr>
              <a:xfrm rot="10800000">
                <a:off x="-1" y="5864453"/>
                <a:ext cx="987003" cy="993545"/>
              </a:xfrm>
              <a:prstGeom prst="straightConnector1">
                <a:avLst/>
              </a:prstGeom>
              <a:noFill/>
              <a:ln cap="flat" cmpd="sng" w="9525">
                <a:solidFill>
                  <a:srgbClr val="D8D8D8">
                    <a:alpha val="25098"/>
                  </a:srgbClr>
                </a:solidFill>
                <a:prstDash val="solid"/>
                <a:miter lim="800000"/>
                <a:headEnd len="sm" w="sm" type="none"/>
                <a:tailEnd len="sm" w="sm" type="none"/>
              </a:ln>
            </p:spPr>
          </p:cxnSp>
        </p:grpSp>
      </p:grpSp>
      <p:sp>
        <p:nvSpPr>
          <p:cNvPr id="61" name="Google Shape;61;p7"/>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266F8B"/>
              </a:buClr>
              <a:buSzPts val="3200"/>
              <a:buFont typeface="Arial"/>
              <a:buNone/>
              <a:defRPr b="1" i="0" sz="3200" u="none" cap="none" strike="noStrike">
                <a:solidFill>
                  <a:srgbClr val="266F8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7"/>
          <p:cNvSpPr txBox="1"/>
          <p:nvPr>
            <p:ph idx="1" type="body"/>
          </p:nvPr>
        </p:nvSpPr>
        <p:spPr>
          <a:xfrm>
            <a:off x="1295400" y="1981201"/>
            <a:ext cx="9601200" cy="3809999"/>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800"/>
              </a:spcBef>
              <a:spcAft>
                <a:spcPts val="0"/>
              </a:spcAft>
              <a:buClr>
                <a:srgbClr val="266F8B"/>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rtl="0" algn="l">
              <a:lnSpc>
                <a:spcPct val="90000"/>
              </a:lnSpc>
              <a:spcBef>
                <a:spcPts val="1200"/>
              </a:spcBef>
              <a:spcAft>
                <a:spcPts val="0"/>
              </a:spcAft>
              <a:buClr>
                <a:srgbClr val="266F8B"/>
              </a:buClr>
              <a:buSzPts val="1800"/>
              <a:buFont typeface="Arial"/>
              <a:buChar char="▪"/>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800"/>
              </a:spcBef>
              <a:spcAft>
                <a:spcPts val="0"/>
              </a:spcAft>
              <a:buClr>
                <a:srgbClr val="266F8B"/>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8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8pPr>
            <a:lvl9pPr indent="-228600" lvl="8" marL="4114800" marR="0" rtl="0" algn="l">
              <a:lnSpc>
                <a:spcPct val="90000"/>
              </a:lnSpc>
              <a:spcBef>
                <a:spcPts val="600"/>
              </a:spcBef>
              <a:spcAft>
                <a:spcPts val="0"/>
              </a:spcAft>
              <a:buClr>
                <a:srgbClr val="266F8B"/>
              </a:buClr>
              <a:buSzPts val="1400"/>
              <a:buFont typeface="Arial"/>
              <a:buNone/>
              <a:defRPr b="0" i="0" sz="1400" u="none" cap="none" strike="noStrike">
                <a:solidFill>
                  <a:schemeClr val="dk1"/>
                </a:solidFill>
                <a:latin typeface="Arial"/>
                <a:ea typeface="Arial"/>
                <a:cs typeface="Arial"/>
                <a:sym typeface="Arial"/>
              </a:defRPr>
            </a:lvl9pPr>
          </a:lstStyle>
          <a:p/>
        </p:txBody>
      </p:sp>
      <p:cxnSp>
        <p:nvCxnSpPr>
          <p:cNvPr id="63" name="Google Shape;63;p7"/>
          <p:cNvCxnSpPr/>
          <p:nvPr/>
        </p:nvCxnSpPr>
        <p:spPr>
          <a:xfrm>
            <a:off x="609600" y="6172200"/>
            <a:ext cx="10972800" cy="0"/>
          </a:xfrm>
          <a:prstGeom prst="straightConnector1">
            <a:avLst/>
          </a:prstGeom>
          <a:noFill/>
          <a:ln cap="flat" cmpd="sng" w="12700">
            <a:solidFill>
              <a:srgbClr val="266F8B"/>
            </a:solidFill>
            <a:prstDash val="solid"/>
            <a:miter lim="800000"/>
            <a:headEnd len="sm" w="sm" type="none"/>
            <a:tailEnd len="sm" w="sm" type="none"/>
          </a:ln>
        </p:spPr>
      </p:cxnSp>
      <p:sp>
        <p:nvSpPr>
          <p:cNvPr id="64" name="Google Shape;64;p7"/>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5" name="Google Shape;65;p7"/>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6" name="Google Shape;66;p7"/>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191919"/>
                </a:solidFill>
                <a:latin typeface="Arial"/>
                <a:ea typeface="Arial"/>
                <a:cs typeface="Arial"/>
                <a:sym typeface="Arial"/>
              </a:defRPr>
            </a:lvl1pPr>
            <a:lvl2pPr indent="0" lvl="1" marL="0" marR="0" rtl="0" algn="r">
              <a:spcBef>
                <a:spcPts val="0"/>
              </a:spcBef>
              <a:buNone/>
              <a:defRPr b="0" i="0" sz="1100" u="none" cap="none" strike="noStrike">
                <a:solidFill>
                  <a:srgbClr val="191919"/>
                </a:solidFill>
                <a:latin typeface="Arial"/>
                <a:ea typeface="Arial"/>
                <a:cs typeface="Arial"/>
                <a:sym typeface="Arial"/>
              </a:defRPr>
            </a:lvl2pPr>
            <a:lvl3pPr indent="0" lvl="2" marL="0" marR="0" rtl="0" algn="r">
              <a:spcBef>
                <a:spcPts val="0"/>
              </a:spcBef>
              <a:buNone/>
              <a:defRPr b="0" i="0" sz="1100" u="none" cap="none" strike="noStrike">
                <a:solidFill>
                  <a:srgbClr val="191919"/>
                </a:solidFill>
                <a:latin typeface="Arial"/>
                <a:ea typeface="Arial"/>
                <a:cs typeface="Arial"/>
                <a:sym typeface="Arial"/>
              </a:defRPr>
            </a:lvl3pPr>
            <a:lvl4pPr indent="0" lvl="3" marL="0" marR="0" rtl="0" algn="r">
              <a:spcBef>
                <a:spcPts val="0"/>
              </a:spcBef>
              <a:buNone/>
              <a:defRPr b="0" i="0" sz="1100" u="none" cap="none" strike="noStrike">
                <a:solidFill>
                  <a:srgbClr val="191919"/>
                </a:solidFill>
                <a:latin typeface="Arial"/>
                <a:ea typeface="Arial"/>
                <a:cs typeface="Arial"/>
                <a:sym typeface="Arial"/>
              </a:defRPr>
            </a:lvl4pPr>
            <a:lvl5pPr indent="0" lvl="4" marL="0" marR="0" rtl="0" algn="r">
              <a:spcBef>
                <a:spcPts val="0"/>
              </a:spcBef>
              <a:buNone/>
              <a:defRPr b="0" i="0" sz="1100" u="none" cap="none" strike="noStrike">
                <a:solidFill>
                  <a:srgbClr val="191919"/>
                </a:solidFill>
                <a:latin typeface="Arial"/>
                <a:ea typeface="Arial"/>
                <a:cs typeface="Arial"/>
                <a:sym typeface="Arial"/>
              </a:defRPr>
            </a:lvl5pPr>
            <a:lvl6pPr indent="0" lvl="5" marL="0" marR="0" rtl="0" algn="r">
              <a:spcBef>
                <a:spcPts val="0"/>
              </a:spcBef>
              <a:buNone/>
              <a:defRPr b="0" i="0" sz="1100" u="none" cap="none" strike="noStrike">
                <a:solidFill>
                  <a:srgbClr val="191919"/>
                </a:solidFill>
                <a:latin typeface="Arial"/>
                <a:ea typeface="Arial"/>
                <a:cs typeface="Arial"/>
                <a:sym typeface="Arial"/>
              </a:defRPr>
            </a:lvl6pPr>
            <a:lvl7pPr indent="0" lvl="6" marL="0" marR="0" rtl="0" algn="r">
              <a:spcBef>
                <a:spcPts val="0"/>
              </a:spcBef>
              <a:buNone/>
              <a:defRPr b="0" i="0" sz="1100" u="none" cap="none" strike="noStrike">
                <a:solidFill>
                  <a:srgbClr val="191919"/>
                </a:solidFill>
                <a:latin typeface="Arial"/>
                <a:ea typeface="Arial"/>
                <a:cs typeface="Arial"/>
                <a:sym typeface="Arial"/>
              </a:defRPr>
            </a:lvl7pPr>
            <a:lvl8pPr indent="0" lvl="7" marL="0" marR="0" rtl="0" algn="r">
              <a:spcBef>
                <a:spcPts val="0"/>
              </a:spcBef>
              <a:buNone/>
              <a:defRPr b="0" i="0" sz="1100" u="none" cap="none" strike="noStrike">
                <a:solidFill>
                  <a:srgbClr val="191919"/>
                </a:solidFill>
                <a:latin typeface="Arial"/>
                <a:ea typeface="Arial"/>
                <a:cs typeface="Arial"/>
                <a:sym typeface="Arial"/>
              </a:defRPr>
            </a:lvl8pPr>
            <a:lvl9pPr indent="0" lvl="8" marL="0" marR="0" rtl="0" algn="r">
              <a:spcBef>
                <a:spcPts val="0"/>
              </a:spcBef>
              <a:buNone/>
              <a:defRPr b="0" i="0" sz="1100" u="none" cap="none" strike="noStrike">
                <a:solidFill>
                  <a:srgbClr val="19191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hackster.io/jas21/pocketbeagle-synthesizer-10f638" TargetMode="External"/><Relationship Id="rId4" Type="http://schemas.openxmlformats.org/officeDocument/2006/relationships/hyperlink" Target="https://www.hackster.io/eric-voigt/instrument-glove-4537b7" TargetMode="External"/><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amazon.com/HiLetgo-SSD1309-128x64-Display-Optional/dp/B0CFF2TSJ1/ref=sr_1_3?crid=294U21BPSJLTS&amp;dib=eyJ2IjoiMSJ9.8OiUGMFkg0QMuS4lWWS8cyfS_-w3nFt1UYpN5fG7M-BJfDbQV_lZQHNWGiEHR8jMlC8qPPVufOLu_M_C6tgOzKgPY8FCdTAjWqgGtefzlqMnl6GrRgBbvzrjMFWM-2w9EPPfL5MToIMJg2zjIwiyIkeWu76uul0CRtqGusEUWThJD7S1lqXgk5qLC6x-zlF8567wbL7jMg3xnY2gnX-Z__gCafF0J0gG25UCyoZY2JE.TY6f2c195B6S_z5OWn8k_lRitoK_zjXvNOIIxett8LM&amp;dib_tag=se&amp;keywords=oled%2Bdisplay%2Bmodule%2B2.42&amp;qid=1772429857&amp;sprefix=oled%2Bdisplay%2Bmodule%2B2.42%2Caps%2C196&amp;sr=8-3&amp;th=1" TargetMode="External"/><Relationship Id="rId4" Type="http://schemas.openxmlformats.org/officeDocument/2006/relationships/hyperlink" Target="https://www.amazon.com/MOSWAG-External-Converter-Compatible-Desktops/dp/B09874Q33W/ref=sr_1_2?crid=2678WDR5G67FG&amp;dib=eyJ2IjoiMSJ9.LItDdJA7mkb1w7J0ToETUUoVOcuME7H4v3DNwmM5HqFYPgI8v-vuzmwokFu4Yr0NHhSC1nTYLjvcKLTm7lylpCZ3unysS5YNgiQLH45Ka2-ip6jAe6z8t4-FCJCR1FkNaDjeLH0P4I-OBF8VJ0TA5P9cZaedrkTKuGE_ONj8k1c_NndQvuHwkop_9t3aSNscxHuPg8FgMblpl62fozSNY4gqcbHQUis_Ii_cs_fjvjhuFvX5kDdqtx0nqxmIIDmomT48UWi0I_XiGcL006AvYw3e6aajcPisEZkxukyNpY0.Z7OpU3yrsr1rzFf2nl3PMt-werC2W-G0BOfpjxTtxiQ&amp;dib_tag=se&amp;keywords=usb%2Bto%2Baudio%2Bjack%2Bpcb&amp;qid=1771819365&amp;s=electronics&amp;sprefix=usb%2Bto%2Baudio%2Bjack%2Bpcb%2Caps%2C146&amp;sr=1-2&amp;th=1" TargetMode="External"/><Relationship Id="rId5" Type="http://schemas.openxmlformats.org/officeDocument/2006/relationships/hyperlink" Target="https://www.amazon.com/HiLetgo-TTP223B-Capacitive-Digital-Raspberry/dp/B00HFQEFWQ/ref=sr_1_1_sspa?crid=XVLGOUFAEC4G&amp;dib=eyJ2IjoiMSJ9.RhnnNkRNpoWXCVNmkUaan41BdABtyRyHhaQz4rKbVPdO9qAdKSTf0Gt7mRbmzfzOLFtgs6Gxf9qKJWs1JtgawkyKxpZRXSVz1KmfhA9aJUQAiFx7_2l7vJYQDokKC06-te4prknGEb7HRwfT3x9wOYtsFq0tzDgXAmh_sgWcYoA.UN2zFvDLlPxPIlCOQ517dgpAdPjP2h-jv7aS0lvfQxQ&amp;dib_tag=se&amp;keywords=capacitive%2Btouch%2Bsensor&amp;qid=1771818021&amp;s=electronics&amp;sprefix=capacitive%2Btouch%2Bsenseor%2Caps%2C155&amp;sr=1-1-spons&amp;sp_csd=d2lkZ2V0TmFtZT1zcF9hdGY&amp;th=1" TargetMode="External"/><Relationship Id="rId6" Type="http://schemas.openxmlformats.org/officeDocument/2006/relationships/hyperlink" Target="https://www.amazon.com/dp/B0CQG3C9VG/ref=sspa_dk_detail_3?pd_rd_i=B0CQG3C9VG&amp;pd_rd_w=21epn&amp;content-id=amzn1.sym.f2f1cf8f-cab4-44dc-82ba-0ca811fb90cc&amp;pf_rd_p=f2f1cf8f-cab4-44dc-82ba-0ca811fb90cc&amp;pf_rd_r=TV7X08Y8CZ3R65SYZKMC&amp;pd_rd_wg=Sp2Ve&amp;pd_rd_r=a2d12ba6-0ed6-451c-a3e4-4e6af2a841e1&amp;sp_csd=d2lkZ2V0TmFtZT1zcF9kZXRhaWxfdGhlbWF0aWM&amp;th=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
          <p:cNvSpPr txBox="1"/>
          <p:nvPr>
            <p:ph type="ctrTitle"/>
          </p:nvPr>
        </p:nvSpPr>
        <p:spPr>
          <a:xfrm>
            <a:off x="1293844" y="1909346"/>
            <a:ext cx="9907555" cy="3383280"/>
          </a:xfrm>
          <a:prstGeom prst="rect">
            <a:avLst/>
          </a:prstGeom>
          <a:noFill/>
          <a:ln>
            <a:noFill/>
          </a:ln>
        </p:spPr>
        <p:txBody>
          <a:bodyPr anchorCtr="0" anchor="b" bIns="45700" lIns="91425" spcFirstLastPara="1" rIns="91425" wrap="square" tIns="45700">
            <a:normAutofit/>
          </a:bodyPr>
          <a:lstStyle/>
          <a:p>
            <a:pPr indent="0" lvl="0" marL="0" rtl="0" algn="l">
              <a:lnSpc>
                <a:spcPct val="76000"/>
              </a:lnSpc>
              <a:spcBef>
                <a:spcPts val="0"/>
              </a:spcBef>
              <a:spcAft>
                <a:spcPts val="0"/>
              </a:spcAft>
              <a:buClr>
                <a:schemeClr val="dk1"/>
              </a:buClr>
              <a:buSzPts val="6000"/>
              <a:buFont typeface="Arial"/>
              <a:buNone/>
            </a:pPr>
            <a:r>
              <a:rPr lang="en-US" sz="6000"/>
              <a:t>EDES 301</a:t>
            </a:r>
            <a:br>
              <a:rPr lang="en-US" sz="6000"/>
            </a:br>
            <a:br>
              <a:rPr lang="en-US"/>
            </a:br>
            <a:r>
              <a:rPr lang="en-US" sz="6000"/>
              <a:t>Portable Drum Machine</a:t>
            </a:r>
            <a:r>
              <a:rPr lang="en-US" sz="6000"/>
              <a:t> Proposal</a:t>
            </a:r>
            <a:endParaRPr/>
          </a:p>
        </p:txBody>
      </p:sp>
      <p:sp>
        <p:nvSpPr>
          <p:cNvPr id="393" name="Google Shape;393;p1"/>
          <p:cNvSpPr txBox="1"/>
          <p:nvPr>
            <p:ph idx="1" type="subTitle"/>
          </p:nvPr>
        </p:nvSpPr>
        <p:spPr>
          <a:xfrm>
            <a:off x="1293845" y="5432564"/>
            <a:ext cx="9604310" cy="112063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lang="en-US"/>
              <a:t>02/22/2026</a:t>
            </a:r>
            <a:endParaRPr/>
          </a:p>
          <a:p>
            <a:pPr indent="0" lvl="0" marL="0" rtl="0" algn="l">
              <a:lnSpc>
                <a:spcPct val="90000"/>
              </a:lnSpc>
              <a:spcBef>
                <a:spcPts val="0"/>
              </a:spcBef>
              <a:spcAft>
                <a:spcPts val="0"/>
              </a:spcAft>
              <a:buSzPts val="2000"/>
              <a:buNone/>
            </a:pPr>
            <a:r>
              <a:rPr lang="en-US"/>
              <a:t>Alejandro Andrade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Background Information</a:t>
            </a:r>
            <a:endParaRPr/>
          </a:p>
        </p:txBody>
      </p:sp>
      <p:sp>
        <p:nvSpPr>
          <p:cNvPr id="399" name="Google Shape;399;p2"/>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SzPts val="2000"/>
              <a:buChar char="▪"/>
            </a:pPr>
            <a:r>
              <a:rPr lang="en-US"/>
              <a:t>What is being proposed?</a:t>
            </a:r>
            <a:endParaRPr/>
          </a:p>
          <a:p>
            <a:pPr indent="0" lvl="0" marL="0" rtl="0" algn="l">
              <a:lnSpc>
                <a:spcPct val="90000"/>
              </a:lnSpc>
              <a:spcBef>
                <a:spcPts val="0"/>
              </a:spcBef>
              <a:spcAft>
                <a:spcPts val="0"/>
              </a:spcAft>
              <a:buNone/>
            </a:pPr>
            <a:r>
              <a:rPr lang="en-US"/>
              <a:t>A portable drum machine with an audio jack for headphones and a metronome, activated by touch sensors. Another important factor is that I want memory storage so that you can save and call back drum patterns and play them so you can use them later. The purpose of this mini drum machine is that you can take it with you anywhere and then come back home with pattern ideas, and use your real drum machine to produce music. </a:t>
            </a:r>
            <a:endParaRPr/>
          </a:p>
          <a:p>
            <a:pPr indent="-182880" lvl="1" marL="457200" rtl="0" algn="l">
              <a:lnSpc>
                <a:spcPct val="90000"/>
              </a:lnSpc>
              <a:spcBef>
                <a:spcPts val="1200"/>
              </a:spcBef>
              <a:spcAft>
                <a:spcPts val="0"/>
              </a:spcAft>
              <a:buSzPts val="1800"/>
              <a:buChar char="▪"/>
            </a:pPr>
            <a:r>
              <a:rPr lang="en-US"/>
              <a:t>Pictures</a:t>
            </a:r>
            <a:endParaRPr/>
          </a:p>
          <a:p>
            <a:pPr indent="-182880" lvl="1" marL="457200" rtl="0" algn="l">
              <a:lnSpc>
                <a:spcPct val="90000"/>
              </a:lnSpc>
              <a:spcBef>
                <a:spcPts val="1200"/>
              </a:spcBef>
              <a:spcAft>
                <a:spcPts val="0"/>
              </a:spcAft>
              <a:buSzPts val="1800"/>
              <a:buChar char="▪"/>
            </a:pPr>
            <a:r>
              <a:rPr lang="en-US"/>
              <a:t>Links to existing projects / libraries</a:t>
            </a:r>
            <a:endParaRPr/>
          </a:p>
          <a:p>
            <a:pPr indent="0" lvl="0" marL="457200" rtl="0" algn="l">
              <a:lnSpc>
                <a:spcPct val="90000"/>
              </a:lnSpc>
              <a:spcBef>
                <a:spcPts val="1200"/>
              </a:spcBef>
              <a:spcAft>
                <a:spcPts val="0"/>
              </a:spcAft>
              <a:buNone/>
            </a:pPr>
            <a:r>
              <a:rPr lang="en-US" u="sng">
                <a:solidFill>
                  <a:schemeClr val="hlink"/>
                </a:solidFill>
                <a:hlinkClick r:id="rId3"/>
              </a:rPr>
              <a:t>https://www.hackster.io/jas21/pocketbeagle-synthesizer-10f638</a:t>
            </a:r>
            <a:r>
              <a:rPr lang="en-US"/>
              <a:t> </a:t>
            </a:r>
            <a:endParaRPr/>
          </a:p>
          <a:p>
            <a:pPr indent="0" lvl="0" marL="457200" rtl="0" algn="l">
              <a:lnSpc>
                <a:spcPct val="90000"/>
              </a:lnSpc>
              <a:spcBef>
                <a:spcPts val="1200"/>
              </a:spcBef>
              <a:spcAft>
                <a:spcPts val="0"/>
              </a:spcAft>
              <a:buNone/>
            </a:pPr>
            <a:r>
              <a:rPr lang="en-US" u="sng">
                <a:solidFill>
                  <a:schemeClr val="hlink"/>
                </a:solidFill>
                <a:hlinkClick r:id="rId4"/>
              </a:rPr>
              <a:t>https://www.hackster.io/eric-voigt/instrument-glove-4537b7</a:t>
            </a:r>
            <a:r>
              <a:rPr lang="en-US"/>
              <a:t> </a:t>
            </a:r>
            <a:endParaRPr/>
          </a:p>
          <a:p>
            <a:pPr indent="-228600" lvl="0" marL="228600" rtl="0" algn="l">
              <a:lnSpc>
                <a:spcPct val="90000"/>
              </a:lnSpc>
              <a:spcBef>
                <a:spcPts val="1800"/>
              </a:spcBef>
              <a:spcAft>
                <a:spcPts val="0"/>
              </a:spcAft>
              <a:buSzPts val="2000"/>
              <a:buChar char="▪"/>
            </a:pPr>
            <a:r>
              <a:rPr lang="en-US"/>
              <a:t>What improvements / additions over existing project</a:t>
            </a:r>
            <a:endParaRPr/>
          </a:p>
          <a:p>
            <a:pPr indent="-342900" lvl="0" marL="914400" rtl="0" algn="l">
              <a:lnSpc>
                <a:spcPct val="90000"/>
              </a:lnSpc>
              <a:spcBef>
                <a:spcPts val="0"/>
              </a:spcBef>
              <a:spcAft>
                <a:spcPts val="0"/>
              </a:spcAft>
              <a:buSzPts val="1800"/>
              <a:buChar char="-"/>
            </a:pPr>
            <a:r>
              <a:rPr lang="en-US"/>
              <a:t>Metronome</a:t>
            </a:r>
            <a:endParaRPr/>
          </a:p>
          <a:p>
            <a:pPr indent="-342900" lvl="0" marL="914400" rtl="0" algn="l">
              <a:lnSpc>
                <a:spcPct val="90000"/>
              </a:lnSpc>
              <a:spcBef>
                <a:spcPts val="0"/>
              </a:spcBef>
              <a:spcAft>
                <a:spcPts val="0"/>
              </a:spcAft>
              <a:buSzPts val="1800"/>
              <a:buChar char="-"/>
            </a:pPr>
            <a:r>
              <a:rPr lang="en-US"/>
              <a:t>Memory</a:t>
            </a:r>
            <a:endParaRPr/>
          </a:p>
          <a:p>
            <a:pPr indent="-342900" lvl="0" marL="914400" rtl="0" algn="l">
              <a:lnSpc>
                <a:spcPct val="90000"/>
              </a:lnSpc>
              <a:spcBef>
                <a:spcPts val="0"/>
              </a:spcBef>
              <a:spcAft>
                <a:spcPts val="0"/>
              </a:spcAft>
              <a:buSzPts val="1800"/>
              <a:buChar char="-"/>
            </a:pPr>
            <a:r>
              <a:rPr lang="en-US"/>
              <a:t>Perhaps several instruments?</a:t>
            </a:r>
            <a:endParaRPr/>
          </a:p>
          <a:p>
            <a:pPr indent="-342900" lvl="0" marL="914400" rtl="0" algn="l">
              <a:lnSpc>
                <a:spcPct val="90000"/>
              </a:lnSpc>
              <a:spcBef>
                <a:spcPts val="0"/>
              </a:spcBef>
              <a:spcAft>
                <a:spcPts val="0"/>
              </a:spcAft>
              <a:buSzPts val="1800"/>
              <a:buChar char="-"/>
            </a:pPr>
            <a:r>
              <a:rPr lang="en-US"/>
              <a:t>Volume Control</a:t>
            </a:r>
            <a:endParaRPr/>
          </a:p>
          <a:p>
            <a:pPr indent="-342900" lvl="0" marL="914400" rtl="0" algn="l">
              <a:lnSpc>
                <a:spcPct val="90000"/>
              </a:lnSpc>
              <a:spcBef>
                <a:spcPts val="0"/>
              </a:spcBef>
              <a:spcAft>
                <a:spcPts val="0"/>
              </a:spcAft>
              <a:buSzPts val="1800"/>
              <a:buChar char="-"/>
            </a:pPr>
            <a:r>
              <a:rPr lang="en-US"/>
              <a:t>Scrolling</a:t>
            </a:r>
            <a:endParaRPr/>
          </a:p>
          <a:p>
            <a:pPr indent="-68580" lvl="1" marL="457200" rtl="0" algn="l">
              <a:lnSpc>
                <a:spcPct val="90000"/>
              </a:lnSpc>
              <a:spcBef>
                <a:spcPts val="1200"/>
              </a:spcBef>
              <a:spcAft>
                <a:spcPts val="0"/>
              </a:spcAft>
              <a:buSzPts val="1800"/>
              <a:buNone/>
            </a:pPr>
            <a:r>
              <a:t/>
            </a:r>
            <a:endParaRPr/>
          </a:p>
        </p:txBody>
      </p:sp>
      <p:pic>
        <p:nvPicPr>
          <p:cNvPr id="400" name="Google Shape;400;p2" title="Screenshot 2026-02-21 at 2.31.56 AM.png"/>
          <p:cNvPicPr preferRelativeResize="0"/>
          <p:nvPr/>
        </p:nvPicPr>
        <p:blipFill>
          <a:blip r:embed="rId5">
            <a:alphaModFix/>
          </a:blip>
          <a:stretch>
            <a:fillRect/>
          </a:stretch>
        </p:blipFill>
        <p:spPr>
          <a:xfrm>
            <a:off x="7915849" y="2857325"/>
            <a:ext cx="3315376" cy="24838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System Block Diagram</a:t>
            </a:r>
            <a:endParaRPr/>
          </a:p>
        </p:txBody>
      </p:sp>
      <p:pic>
        <p:nvPicPr>
          <p:cNvPr id="406" name="Google Shape;406;p3" title="Screenshot 2026-02-22 at 10.32.48 PM.png"/>
          <p:cNvPicPr preferRelativeResize="0"/>
          <p:nvPr/>
        </p:nvPicPr>
        <p:blipFill>
          <a:blip r:embed="rId3">
            <a:alphaModFix/>
          </a:blip>
          <a:stretch>
            <a:fillRect/>
          </a:stretch>
        </p:blipFill>
        <p:spPr>
          <a:xfrm>
            <a:off x="609600" y="1327625"/>
            <a:ext cx="7350574" cy="48203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Power Block Diagram</a:t>
            </a:r>
            <a:endParaRPr/>
          </a:p>
        </p:txBody>
      </p:sp>
      <p:pic>
        <p:nvPicPr>
          <p:cNvPr id="412" name="Google Shape;412;p4" title="Screenshot 2026-02-22 at 10.31.31 PM.png"/>
          <p:cNvPicPr preferRelativeResize="0"/>
          <p:nvPr/>
        </p:nvPicPr>
        <p:blipFill>
          <a:blip r:embed="rId3">
            <a:alphaModFix/>
          </a:blip>
          <a:stretch>
            <a:fillRect/>
          </a:stretch>
        </p:blipFill>
        <p:spPr>
          <a:xfrm>
            <a:off x="609600" y="1143000"/>
            <a:ext cx="6473874" cy="50040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dd9d32472f_0_0"/>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Power Block Diagram</a:t>
            </a:r>
            <a:endParaRPr/>
          </a:p>
        </p:txBody>
      </p:sp>
      <p:pic>
        <p:nvPicPr>
          <p:cNvPr id="418" name="Google Shape;418;g3dd9d32472f_0_0" title="Screenshot 2026-05-06 at 8.50.09 PM.png"/>
          <p:cNvPicPr preferRelativeResize="0"/>
          <p:nvPr/>
        </p:nvPicPr>
        <p:blipFill>
          <a:blip r:embed="rId3">
            <a:alphaModFix/>
          </a:blip>
          <a:stretch>
            <a:fillRect/>
          </a:stretch>
        </p:blipFill>
        <p:spPr>
          <a:xfrm>
            <a:off x="609600" y="1143000"/>
            <a:ext cx="7758799" cy="50025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Components / Budget</a:t>
            </a:r>
            <a:endParaRPr/>
          </a:p>
        </p:txBody>
      </p:sp>
      <p:graphicFrame>
        <p:nvGraphicFramePr>
          <p:cNvPr id="424" name="Google Shape;424;p5"/>
          <p:cNvGraphicFramePr/>
          <p:nvPr/>
        </p:nvGraphicFramePr>
        <p:xfrm>
          <a:off x="609600" y="1295400"/>
          <a:ext cx="3000000" cy="3000000"/>
        </p:xfrm>
        <a:graphic>
          <a:graphicData uri="http://schemas.openxmlformats.org/drawingml/2006/table">
            <a:tbl>
              <a:tblPr bandRow="1" firstRow="1">
                <a:noFill/>
                <a:tableStyleId>{3A2FBFE7-D581-47FB-A458-D7AA3074E94C}</a:tableStyleId>
              </a:tblPr>
              <a:tblGrid>
                <a:gridCol w="7837725"/>
                <a:gridCol w="1567550"/>
                <a:gridCol w="1567550"/>
              </a:tblGrid>
              <a:tr h="370850">
                <a:tc>
                  <a:txBody>
                    <a:bodyPr/>
                    <a:lstStyle/>
                    <a:p>
                      <a:pPr indent="0" lvl="0" marL="0" marR="0" rtl="0" algn="l">
                        <a:spcBef>
                          <a:spcPts val="0"/>
                        </a:spcBef>
                        <a:spcAft>
                          <a:spcPts val="0"/>
                        </a:spcAft>
                        <a:buNone/>
                      </a:pPr>
                      <a:r>
                        <a:rPr lang="en-US" sz="1800" u="none" cap="none" strike="noStrike"/>
                        <a:t>Component</a:t>
                      </a:r>
                      <a:endParaRPr/>
                    </a:p>
                  </a:txBody>
                  <a:tcPr marT="45725" marB="45725" marR="91450" marL="91450"/>
                </a:tc>
                <a:tc>
                  <a:txBody>
                    <a:bodyPr/>
                    <a:lstStyle/>
                    <a:p>
                      <a:pPr indent="0" lvl="0" marL="0" marR="0" rtl="0" algn="ctr">
                        <a:spcBef>
                          <a:spcPts val="0"/>
                        </a:spcBef>
                        <a:spcAft>
                          <a:spcPts val="0"/>
                        </a:spcAft>
                        <a:buNone/>
                      </a:pPr>
                      <a:r>
                        <a:rPr lang="en-US" sz="1800"/>
                        <a:t>EDES301</a:t>
                      </a:r>
                      <a:endParaRPr/>
                    </a:p>
                    <a:p>
                      <a:pPr indent="0" lvl="0" marL="0" marR="0" rtl="0" algn="ctr">
                        <a:spcBef>
                          <a:spcPts val="0"/>
                        </a:spcBef>
                        <a:spcAft>
                          <a:spcPts val="0"/>
                        </a:spcAft>
                        <a:buNone/>
                      </a:pPr>
                      <a:r>
                        <a:rPr lang="en-US" sz="1800"/>
                        <a:t> to Buy?</a:t>
                      </a:r>
                      <a:endParaRPr/>
                    </a:p>
                  </a:txBody>
                  <a:tcPr marT="45725" marB="45725" marR="91450" marL="91450"/>
                </a:tc>
                <a:tc>
                  <a:txBody>
                    <a:bodyPr/>
                    <a:lstStyle/>
                    <a:p>
                      <a:pPr indent="0" lvl="0" marL="0" marR="0" rtl="0" algn="ctr">
                        <a:spcBef>
                          <a:spcPts val="0"/>
                        </a:spcBef>
                        <a:spcAft>
                          <a:spcPts val="0"/>
                        </a:spcAft>
                        <a:buNone/>
                      </a:pPr>
                      <a:r>
                        <a:rPr lang="en-US" sz="1800"/>
                        <a:t>Cost</a:t>
                      </a:r>
                      <a:endParaRPr/>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3"/>
                        </a:rPr>
                        <a:t>Screen</a:t>
                      </a:r>
                      <a:r>
                        <a:rPr lang="en-US" sz="1800"/>
                        <a:t> (2.42 oled display module)</a:t>
                      </a:r>
                      <a:endParaRPr sz="1800"/>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11.48</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4"/>
                        </a:rPr>
                        <a:t>USB to Audio Jack</a:t>
                      </a:r>
                      <a:endParaRPr sz="1800"/>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0.92</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5"/>
                        </a:rPr>
                        <a:t>Capacitive Touch Pads</a:t>
                      </a:r>
                      <a:endParaRPr sz="1800"/>
                    </a:p>
                  </a:txBody>
                  <a:tcPr marT="45725" marB="45725" marR="91450" marL="91450"/>
                </a:tc>
                <a:tc>
                  <a:txBody>
                    <a:bodyPr/>
                    <a:lstStyle/>
                    <a:p>
                      <a:pPr indent="0" lvl="0" marL="0" rtl="0" algn="l">
                        <a:spcBef>
                          <a:spcPts val="0"/>
                        </a:spcBef>
                        <a:spcAft>
                          <a:spcPts val="0"/>
                        </a:spcAft>
                        <a:buClr>
                          <a:schemeClr val="dk1"/>
                        </a:buClr>
                        <a:buFont typeface="Arial"/>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8.39</a:t>
                      </a:r>
                      <a:endParaRPr sz="1800"/>
                    </a:p>
                  </a:txBody>
                  <a:tcPr marT="45725" marB="45725" marR="91450" marL="91450"/>
                </a:tc>
              </a:tr>
              <a:tr h="370850">
                <a:tc>
                  <a:txBody>
                    <a:bodyPr/>
                    <a:lstStyle/>
                    <a:p>
                      <a:pPr indent="0" lvl="0" marL="0" marR="0" rtl="0" algn="l">
                        <a:spcBef>
                          <a:spcPts val="0"/>
                        </a:spcBef>
                        <a:spcAft>
                          <a:spcPts val="0"/>
                        </a:spcAft>
                        <a:buNone/>
                      </a:pPr>
                      <a:r>
                        <a:rPr lang="en-US" sz="1800"/>
                        <a:t>USB Port</a:t>
                      </a:r>
                      <a:endParaRPr sz="1800"/>
                    </a:p>
                  </a:txBody>
                  <a:tcPr marT="45725" marB="45725" marR="91450" marL="91450"/>
                </a:tc>
                <a:tc>
                  <a:txBody>
                    <a:bodyPr/>
                    <a:lstStyle/>
                    <a:p>
                      <a:pPr indent="0" lvl="0" marL="0" rtl="0" algn="l">
                        <a:spcBef>
                          <a:spcPts val="0"/>
                        </a:spcBef>
                        <a:spcAft>
                          <a:spcPts val="0"/>
                        </a:spcAft>
                        <a:buClr>
                          <a:schemeClr val="dk1"/>
                        </a:buClr>
                        <a:buFont typeface="Arial"/>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a:t>
                      </a:r>
                      <a:endParaRPr sz="1800"/>
                    </a:p>
                  </a:txBody>
                  <a:tcPr marT="45725" marB="45725" marR="91450" marL="91450"/>
                </a:tc>
              </a:tr>
              <a:tr h="370850">
                <a:tc>
                  <a:txBody>
                    <a:bodyPr/>
                    <a:lstStyle/>
                    <a:p>
                      <a:pPr indent="0" lvl="0" marL="0" marR="0" rtl="0" algn="l">
                        <a:spcBef>
                          <a:spcPts val="0"/>
                        </a:spcBef>
                        <a:spcAft>
                          <a:spcPts val="0"/>
                        </a:spcAft>
                        <a:buNone/>
                      </a:pPr>
                      <a:r>
                        <a:rPr lang="en-US" sz="1800"/>
                        <a:t>Dials</a:t>
                      </a:r>
                      <a:endParaRPr sz="1800"/>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a:t>
                      </a:r>
                      <a:endParaRPr sz="1800"/>
                    </a:p>
                  </a:txBody>
                  <a:tcPr marT="45725" marB="45725" marR="91450" marL="91450"/>
                </a:tc>
              </a:tr>
              <a:tr h="370850">
                <a:tc>
                  <a:txBody>
                    <a:bodyPr/>
                    <a:lstStyle/>
                    <a:p>
                      <a:pPr indent="0" lvl="0" marL="0" marR="0" rtl="0" algn="l">
                        <a:spcBef>
                          <a:spcPts val="0"/>
                        </a:spcBef>
                        <a:spcAft>
                          <a:spcPts val="0"/>
                        </a:spcAft>
                        <a:buNone/>
                      </a:pPr>
                      <a:r>
                        <a:rPr lang="en-US" sz="1800"/>
                        <a:t>Buttons</a:t>
                      </a:r>
                      <a:endParaRPr sz="1800"/>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a:t>
                      </a:r>
                      <a:endParaRPr sz="1800"/>
                    </a:p>
                  </a:txBody>
                  <a:tcPr marT="45725" marB="45725" marR="91450" marL="91450"/>
                </a:tc>
              </a:tr>
              <a:tr h="370850">
                <a:tc>
                  <a:txBody>
                    <a:bodyPr/>
                    <a:lstStyle/>
                    <a:p>
                      <a:pPr indent="0" lvl="0" marL="0" marR="0" rtl="0" algn="l">
                        <a:spcBef>
                          <a:spcPts val="0"/>
                        </a:spcBef>
                        <a:spcAft>
                          <a:spcPts val="0"/>
                        </a:spcAft>
                        <a:buNone/>
                      </a:pPr>
                      <a:r>
                        <a:rPr lang="en-US" sz="1800"/>
                        <a:t>USB Speaker</a:t>
                      </a:r>
                      <a:endParaRPr sz="1800"/>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6"/>
                        </a:rPr>
                        <a:t>Rechargeable Battery</a:t>
                      </a:r>
                      <a:r>
                        <a:rPr lang="en-US" sz="1800"/>
                        <a:t> (Adjust to USB Battery Pack or something)</a:t>
                      </a:r>
                      <a:endParaRPr sz="1800"/>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7.78</a:t>
                      </a:r>
                      <a:endParaRPr sz="1800"/>
                    </a:p>
                  </a:txBody>
                  <a:tcPr marT="45725" marB="45725" marR="91450" marL="91450"/>
                </a:tc>
              </a:tr>
            </a:tbl>
          </a:graphicData>
        </a:graphic>
      </p:graphicFrame>
      <p:sp>
        <p:nvSpPr>
          <p:cNvPr id="425" name="Google Shape;425;p5"/>
          <p:cNvSpPr txBox="1"/>
          <p:nvPr/>
        </p:nvSpPr>
        <p:spPr>
          <a:xfrm>
            <a:off x="4457700" y="5029200"/>
            <a:ext cx="32880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See Next Slide for Instructions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DiamondGrid">
      <a:dk1>
        <a:srgbClr val="2D2E2D"/>
      </a:dk1>
      <a:lt1>
        <a:srgbClr val="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amond Grid 16x9">
  <a:themeElements>
    <a:clrScheme name="Custom 3">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000000"/>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2018-01-09T20:24:50Z</dcterms:created>
  <dc:creator>Erik Welsh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